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2"/>
  </p:sldMasterIdLst>
  <p:notesMasterIdLst>
    <p:notesMasterId r:id="rId5"/>
  </p:notesMasterIdLst>
  <p:sldIdLst>
    <p:sldId id="257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84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6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84D793-D3AB-48EA-B2C4-261BC4E7D224}" type="datetimeFigureOut">
              <a:rPr lang="en-GB" smtClean="0"/>
              <a:t>11/06/2026</a:t>
            </a:fld>
            <a:endParaRPr lang="en-GB" dirty="0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GB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B4444F-04B1-4CAD-9B32-08ED0058A53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9582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4444F-04B1-4CAD-9B32-08ED0058A538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9290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7640550-388D-1D82-B6F4-EE2F845C4C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mall för rubrikformat</a:t>
            </a:r>
            <a:endParaRPr lang="en-GB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4B9D4E56-BBD7-24B9-7005-73A2F797CE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  <a:endParaRPr lang="en-GB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799B5DEB-CADB-387B-7E2B-A7DDBCA31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F7EDC-F329-4316-9569-6C3717E721D8}" type="datetimeFigureOut">
              <a:rPr lang="en-GB" smtClean="0"/>
              <a:t>11/06/2026</a:t>
            </a:fld>
            <a:endParaRPr lang="en-GB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2C420078-63AC-289D-D668-0D6DA646E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789BA928-1737-CFB9-6117-F398BA7FA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5C82-5075-4F7C-8E6F-74D1D87639E5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21458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3C28866-34E7-04A4-3214-DE5C728CD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GB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0404CCD8-86F9-598F-04F4-6F1A04E5D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GB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A80CD49-AD2E-9676-B62D-0C60D64F3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F7EDC-F329-4316-9569-6C3717E721D8}" type="datetimeFigureOut">
              <a:rPr lang="en-GB" smtClean="0"/>
              <a:t>11/06/2026</a:t>
            </a:fld>
            <a:endParaRPr lang="en-GB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C344F9C6-DCEA-E34B-2F9A-4FE158994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A5FA7ACF-00DD-D195-61C8-434D9543B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5C82-5075-4F7C-8E6F-74D1D87639E5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5020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C4855D9-5D67-8282-0E85-26C969566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mall för rubrikformat</a:t>
            </a:r>
            <a:endParaRPr lang="en-GB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1C4F1B22-BC36-930A-D985-C18A8D0A82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9DEF3A5-E2D5-7E57-3138-FDD0259EB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F7EDC-F329-4316-9569-6C3717E721D8}" type="datetimeFigureOut">
              <a:rPr lang="en-GB" smtClean="0"/>
              <a:t>11/06/2026</a:t>
            </a:fld>
            <a:endParaRPr lang="en-GB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C629DA93-BF55-C931-2EF0-3865E7C8E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6F7ECFAC-F5B4-0821-24DD-22A772D52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5C82-5075-4F7C-8E6F-74D1D87639E5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20021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1DF36C8-5C20-9605-414C-6E975939E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GB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49A51BF7-2CCB-3A33-59F5-42B744AEEB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GB"/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8B30CB66-BECA-D7D0-BCC6-B61F5D46EF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GB"/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C3CE50DC-69F3-AE24-2E18-1EAB21E35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F7EDC-F329-4316-9569-6C3717E721D8}" type="datetimeFigureOut">
              <a:rPr lang="en-GB" smtClean="0"/>
              <a:t>11/06/2026</a:t>
            </a:fld>
            <a:endParaRPr lang="en-GB" dirty="0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8CE8A6AB-60DE-C6E8-CBF5-9F6D49879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4DB57EB8-9F1F-2716-79EA-FD904743A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5C82-5075-4F7C-8E6F-74D1D87639E5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9801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77D02DF-5FC4-F332-9A6D-ADC905C47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  <a:endParaRPr lang="en-GB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8A113840-5414-FD8A-8C69-0490FCBE2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950894B9-F821-1769-121F-A83353FE2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GB"/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071A2997-9616-91B2-5D6A-484597676E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4D6AFFCC-F8E6-F45C-A993-C9276D8F1D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GB"/>
          </a:p>
        </p:txBody>
      </p:sp>
      <p:sp>
        <p:nvSpPr>
          <p:cNvPr id="7" name="Platshållare för datum 6">
            <a:extLst>
              <a:ext uri="{FF2B5EF4-FFF2-40B4-BE49-F238E27FC236}">
                <a16:creationId xmlns:a16="http://schemas.microsoft.com/office/drawing/2014/main" id="{7AE1E142-A17F-1E84-966B-47E1C583F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F7EDC-F329-4316-9569-6C3717E721D8}" type="datetimeFigureOut">
              <a:rPr lang="en-GB" smtClean="0"/>
              <a:t>11/06/2026</a:t>
            </a:fld>
            <a:endParaRPr lang="en-GB" dirty="0"/>
          </a:p>
        </p:txBody>
      </p:sp>
      <p:sp>
        <p:nvSpPr>
          <p:cNvPr id="8" name="Platshållare för sidfot 7">
            <a:extLst>
              <a:ext uri="{FF2B5EF4-FFF2-40B4-BE49-F238E27FC236}">
                <a16:creationId xmlns:a16="http://schemas.microsoft.com/office/drawing/2014/main" id="{23F769E9-6B5D-D478-00E9-2496D3E87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Platshållare för bildnummer 8">
            <a:extLst>
              <a:ext uri="{FF2B5EF4-FFF2-40B4-BE49-F238E27FC236}">
                <a16:creationId xmlns:a16="http://schemas.microsoft.com/office/drawing/2014/main" id="{4C2708BD-2867-9F61-B0D5-A4CF5FAC9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5C82-5075-4F7C-8E6F-74D1D87639E5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686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484B59F-619A-9580-2F7E-17199B589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GB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73068406-3ED6-FAAB-8769-DDE512A39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F7EDC-F329-4316-9569-6C3717E721D8}" type="datetimeFigureOut">
              <a:rPr lang="en-GB" smtClean="0"/>
              <a:t>11/06/2026</a:t>
            </a:fld>
            <a:endParaRPr lang="en-GB" dirty="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8D9D6F03-AB0E-5777-A559-9E64BB7CA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775F85FE-11E9-62D1-98DF-6F4D9C59A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5C82-5075-4F7C-8E6F-74D1D87639E5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1550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633CBA8F-7AFF-1AA6-1D43-3BCD0E2F9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F7EDC-F329-4316-9569-6C3717E721D8}" type="datetimeFigureOut">
              <a:rPr lang="en-GB" smtClean="0"/>
              <a:t>11/06/2026</a:t>
            </a:fld>
            <a:endParaRPr lang="en-GB" dirty="0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FE08B0FE-79C7-695D-1471-73123BCDB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34747449-71CD-A05D-9AA7-BCADB31B8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5C82-5075-4F7C-8E6F-74D1D87639E5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4650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25F7107-36CC-1647-E6DA-83D8CE520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  <a:endParaRPr lang="en-GB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B5F06E5A-1233-D442-92B9-D378034E8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GB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DC3F17A7-893B-0E3F-D00D-F71BB0A9F0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D3B62CEE-93F5-BA5F-31AF-F218EA55D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F7EDC-F329-4316-9569-6C3717E721D8}" type="datetimeFigureOut">
              <a:rPr lang="en-GB" smtClean="0"/>
              <a:t>11/06/2026</a:t>
            </a:fld>
            <a:endParaRPr lang="en-GB" dirty="0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D9B8E87E-6ABA-106E-1CBA-9EC67AAB6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33D03070-AA5B-6A8E-D04D-202201C55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5C82-5075-4F7C-8E6F-74D1D87639E5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1662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288B28B-EC38-7373-1867-B52422C4E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  <a:endParaRPr lang="en-GB"/>
          </a:p>
        </p:txBody>
      </p:sp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95C7E5D7-579A-E102-3C5A-1BC31A6190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41A4C84D-208B-367B-BD9E-BFCB0F4256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4AFBCDC7-43BF-D10C-E548-EBFC86C56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F7EDC-F329-4316-9569-6C3717E721D8}" type="datetimeFigureOut">
              <a:rPr lang="en-GB" smtClean="0"/>
              <a:t>11/06/2026</a:t>
            </a:fld>
            <a:endParaRPr lang="en-GB" dirty="0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F5A4D153-861B-BD17-26B7-EC195418A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578BF057-2A3A-31F4-E6F5-A3B602F77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5C82-5075-4F7C-8E6F-74D1D87639E5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2347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520921C-AA8A-D997-2B01-5319F223B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GB"/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96B6CF8D-A369-A32C-F368-9CDD142DC5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GB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9E2977F2-0713-F25D-F21B-8D7C0AE40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F7EDC-F329-4316-9569-6C3717E721D8}" type="datetimeFigureOut">
              <a:rPr lang="en-GB" smtClean="0"/>
              <a:t>11/06/2026</a:t>
            </a:fld>
            <a:endParaRPr lang="en-GB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7238EBCF-1CD9-D801-1921-84BFCC9FF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78B62762-636B-305C-AABA-3A6FA9C0C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5C82-5075-4F7C-8E6F-74D1D87639E5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2037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>
            <a:extLst>
              <a:ext uri="{FF2B5EF4-FFF2-40B4-BE49-F238E27FC236}">
                <a16:creationId xmlns:a16="http://schemas.microsoft.com/office/drawing/2014/main" id="{59DECA93-DB42-0DD4-77D9-473C12BF43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mall för rubrikformat</a:t>
            </a:r>
            <a:endParaRPr lang="en-GB"/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6449A15A-AC29-40EF-9521-AFDC42587D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GB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28D36B4-495F-F765-E3FA-73C78891C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F7EDC-F329-4316-9569-6C3717E721D8}" type="datetimeFigureOut">
              <a:rPr lang="en-GB" smtClean="0"/>
              <a:t>11/06/2026</a:t>
            </a:fld>
            <a:endParaRPr lang="en-GB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A825B4C7-AD1B-F5CB-E1D6-2EEE1BBA7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598B0F81-777E-BE72-F4E4-41C64F11B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5C82-5075-4F7C-8E6F-74D1D87639E5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1230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E88B81AA-C7C4-A340-A977-ADE1334F2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mall för rubrikformat</a:t>
            </a:r>
            <a:endParaRPr lang="en-GB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5D5B7C3C-6F69-EA59-D341-01F9178EAE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GB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F2F0C1D5-8D93-2C4B-AA86-10C85295E9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AF7EDC-F329-4316-9569-6C3717E721D8}" type="datetimeFigureOut">
              <a:rPr lang="en-GB" smtClean="0"/>
              <a:t>11/06/2026</a:t>
            </a:fld>
            <a:endParaRPr lang="en-GB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B5CFEFD4-F841-A000-753A-5B5066591B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7BC9A9A2-B4D3-BC83-4C1F-1EC1A1222C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165C82-5075-4F7C-8E6F-74D1D87639E5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6188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Bild 1">
            <a:extLst>
              <a:ext uri="{FF2B5EF4-FFF2-40B4-BE49-F238E27FC236}">
                <a16:creationId xmlns:a16="http://schemas.microsoft.com/office/drawing/2014/main" id="{ADC2D600-02E6-72FE-4696-3FDDB48D3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1698" y="89730"/>
            <a:ext cx="1748873" cy="132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" name="textruta 44">
            <a:extLst>
              <a:ext uri="{FF2B5EF4-FFF2-40B4-BE49-F238E27FC236}">
                <a16:creationId xmlns:a16="http://schemas.microsoft.com/office/drawing/2014/main" id="{1215687E-3DB2-39A6-CBCD-BB29CCA52265}"/>
              </a:ext>
            </a:extLst>
          </p:cNvPr>
          <p:cNvSpPr txBox="1"/>
          <p:nvPr/>
        </p:nvSpPr>
        <p:spPr>
          <a:xfrm>
            <a:off x="3028093" y="321035"/>
            <a:ext cx="5905784" cy="523220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txBody>
          <a:bodyPr wrap="none" rtlCol="0">
            <a:spAutoFit/>
          </a:bodyPr>
          <a:lstStyle/>
          <a:p>
            <a:r>
              <a:rPr lang="sv-SE" sz="2800" dirty="0">
                <a:latin typeface="FM Sans Stencil" pitchFamily="2" charset="0"/>
                <a:cs typeface="Arial" panose="020B0604020202020204" pitchFamily="34" charset="0"/>
              </a:rPr>
              <a:t>Overwiew for Friday 21st august</a:t>
            </a:r>
            <a:endParaRPr lang="en-GB" sz="2800" dirty="0">
              <a:solidFill>
                <a:srgbClr val="0000CC"/>
              </a:solidFill>
              <a:latin typeface="FM Sans Stencil" pitchFamily="2" charset="0"/>
              <a:cs typeface="Arial" panose="020B0604020202020204" pitchFamily="34" charset="0"/>
            </a:endParaRPr>
          </a:p>
        </p:txBody>
      </p:sp>
      <p:grpSp>
        <p:nvGrpSpPr>
          <p:cNvPr id="18" name="Grupp 17">
            <a:extLst>
              <a:ext uri="{FF2B5EF4-FFF2-40B4-BE49-F238E27FC236}">
                <a16:creationId xmlns:a16="http://schemas.microsoft.com/office/drawing/2014/main" id="{2E0475DA-80B4-7E64-C2BF-46338BE16D90}"/>
              </a:ext>
            </a:extLst>
          </p:cNvPr>
          <p:cNvGrpSpPr/>
          <p:nvPr/>
        </p:nvGrpSpPr>
        <p:grpSpPr>
          <a:xfrm>
            <a:off x="200718" y="943787"/>
            <a:ext cx="11837922" cy="5764185"/>
            <a:chOff x="243848" y="1021421"/>
            <a:chExt cx="11837922" cy="5764185"/>
          </a:xfrm>
        </p:grpSpPr>
        <p:pic>
          <p:nvPicPr>
            <p:cNvPr id="4" name="Bildobjekt 3">
              <a:extLst>
                <a:ext uri="{FF2B5EF4-FFF2-40B4-BE49-F238E27FC236}">
                  <a16:creationId xmlns:a16="http://schemas.microsoft.com/office/drawing/2014/main" id="{45D41FEB-FBB3-51A8-21A9-41C61C6BE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3848" y="1460720"/>
              <a:ext cx="7366198" cy="5175991"/>
            </a:xfrm>
            <a:prstGeom prst="rect">
              <a:avLst/>
            </a:prstGeom>
          </p:spPr>
        </p:pic>
        <p:sp>
          <p:nvSpPr>
            <p:cNvPr id="5" name="textruta 4">
              <a:extLst>
                <a:ext uri="{FF2B5EF4-FFF2-40B4-BE49-F238E27FC236}">
                  <a16:creationId xmlns:a16="http://schemas.microsoft.com/office/drawing/2014/main" id="{959E29D4-9B36-6F6F-6CA5-33A8A41DBE13}"/>
                </a:ext>
              </a:extLst>
            </p:cNvPr>
            <p:cNvSpPr txBox="1"/>
            <p:nvPr/>
          </p:nvSpPr>
          <p:spPr>
            <a:xfrm>
              <a:off x="7009738" y="3438734"/>
              <a:ext cx="444644" cy="23123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sv-SE" sz="1400" b="1" dirty="0"/>
                <a:t>RYD</a:t>
              </a:r>
              <a:endParaRPr lang="en-GB" sz="1400" b="1" dirty="0"/>
            </a:p>
          </p:txBody>
        </p:sp>
        <p:sp>
          <p:nvSpPr>
            <p:cNvPr id="6" name="textruta 5">
              <a:extLst>
                <a:ext uri="{FF2B5EF4-FFF2-40B4-BE49-F238E27FC236}">
                  <a16:creationId xmlns:a16="http://schemas.microsoft.com/office/drawing/2014/main" id="{DEEC6DEB-CAD9-F519-C921-0266A956A75E}"/>
                </a:ext>
              </a:extLst>
            </p:cNvPr>
            <p:cNvSpPr txBox="1"/>
            <p:nvPr/>
          </p:nvSpPr>
          <p:spPr>
            <a:xfrm>
              <a:off x="2082635" y="2468498"/>
              <a:ext cx="1015429" cy="23123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sv-SE" sz="1400" b="1" dirty="0"/>
                <a:t>MALMSLÄTT</a:t>
              </a:r>
              <a:endParaRPr lang="en-GB" sz="1400" b="1" dirty="0"/>
            </a:p>
          </p:txBody>
        </p:sp>
        <p:sp>
          <p:nvSpPr>
            <p:cNvPr id="7" name="textruta 6">
              <a:extLst>
                <a:ext uri="{FF2B5EF4-FFF2-40B4-BE49-F238E27FC236}">
                  <a16:creationId xmlns:a16="http://schemas.microsoft.com/office/drawing/2014/main" id="{EFF56D32-7EC0-B449-E90D-78608E497DDC}"/>
                </a:ext>
              </a:extLst>
            </p:cNvPr>
            <p:cNvSpPr txBox="1"/>
            <p:nvPr/>
          </p:nvSpPr>
          <p:spPr>
            <a:xfrm>
              <a:off x="1144555" y="4979174"/>
              <a:ext cx="782848" cy="30523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none" rtlCol="0" anchor="ctr">
              <a:spAutoFit/>
            </a:bodyPr>
            <a:lstStyle/>
            <a:p>
              <a:r>
                <a:rPr lang="sv-SE" sz="1000" b="1" dirty="0"/>
                <a:t>Parking Area</a:t>
              </a:r>
            </a:p>
            <a:p>
              <a:pPr algn="ctr"/>
              <a:r>
                <a:rPr lang="sv-SE" sz="800" dirty="0"/>
                <a:t>(</a:t>
              </a:r>
              <a:r>
                <a:rPr lang="sv-SE" sz="800" b="1" i="1" dirty="0"/>
                <a:t>farmers field</a:t>
              </a:r>
              <a:r>
                <a:rPr lang="sv-SE" sz="800" dirty="0"/>
                <a:t>)</a:t>
              </a:r>
              <a:endParaRPr lang="en-GB" sz="800" dirty="0"/>
            </a:p>
          </p:txBody>
        </p:sp>
        <p:sp>
          <p:nvSpPr>
            <p:cNvPr id="8" name="Pil: höger 7">
              <a:extLst>
                <a:ext uri="{FF2B5EF4-FFF2-40B4-BE49-F238E27FC236}">
                  <a16:creationId xmlns:a16="http://schemas.microsoft.com/office/drawing/2014/main" id="{7C62CEEF-0564-29CA-A122-6C383E5513C8}"/>
                </a:ext>
              </a:extLst>
            </p:cNvPr>
            <p:cNvSpPr/>
            <p:nvPr/>
          </p:nvSpPr>
          <p:spPr>
            <a:xfrm>
              <a:off x="7245254" y="4448447"/>
              <a:ext cx="1708030" cy="316510"/>
            </a:xfrm>
            <a:prstGeom prst="rightArrow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sv-SE" sz="1050" b="1" dirty="0">
                  <a:solidFill>
                    <a:schemeClr val="tx1"/>
                  </a:solidFill>
                </a:rPr>
                <a:t>LINKÖPING CITY (5 KM)</a:t>
              </a:r>
              <a:endParaRPr lang="en-GB" sz="1050" b="1" dirty="0">
                <a:solidFill>
                  <a:schemeClr val="tx1"/>
                </a:solidFill>
              </a:endParaRPr>
            </a:p>
          </p:txBody>
        </p:sp>
        <p:sp>
          <p:nvSpPr>
            <p:cNvPr id="11" name="Ellips 10">
              <a:extLst>
                <a:ext uri="{FF2B5EF4-FFF2-40B4-BE49-F238E27FC236}">
                  <a16:creationId xmlns:a16="http://schemas.microsoft.com/office/drawing/2014/main" id="{88681124-8BF3-F152-5046-F0DFA592E631}"/>
                </a:ext>
              </a:extLst>
            </p:cNvPr>
            <p:cNvSpPr/>
            <p:nvPr/>
          </p:nvSpPr>
          <p:spPr>
            <a:xfrm rot="1590792">
              <a:off x="1958258" y="5042622"/>
              <a:ext cx="177068" cy="19197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grpSp>
          <p:nvGrpSpPr>
            <p:cNvPr id="15" name="Grupp 14">
              <a:extLst>
                <a:ext uri="{FF2B5EF4-FFF2-40B4-BE49-F238E27FC236}">
                  <a16:creationId xmlns:a16="http://schemas.microsoft.com/office/drawing/2014/main" id="{1A800DEC-9CA7-3C4A-7832-CF37B479A409}"/>
                </a:ext>
              </a:extLst>
            </p:cNvPr>
            <p:cNvGrpSpPr/>
            <p:nvPr/>
          </p:nvGrpSpPr>
          <p:grpSpPr>
            <a:xfrm>
              <a:off x="1663150" y="3367151"/>
              <a:ext cx="1695563" cy="424164"/>
              <a:chOff x="1408127" y="528687"/>
              <a:chExt cx="1695563" cy="424164"/>
            </a:xfrm>
          </p:grpSpPr>
          <p:sp>
            <p:nvSpPr>
              <p:cNvPr id="12" name="textruta 11">
                <a:extLst>
                  <a:ext uri="{FF2B5EF4-FFF2-40B4-BE49-F238E27FC236}">
                    <a16:creationId xmlns:a16="http://schemas.microsoft.com/office/drawing/2014/main" id="{53AD6C01-8944-CAA9-84D1-9C320E6F0F22}"/>
                  </a:ext>
                </a:extLst>
              </p:cNvPr>
              <p:cNvSpPr txBox="1"/>
              <p:nvPr/>
            </p:nvSpPr>
            <p:spPr>
              <a:xfrm>
                <a:off x="1408127" y="528687"/>
                <a:ext cx="1139881" cy="19655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sv-SE" sz="1100" b="1" dirty="0"/>
                  <a:t>Air Force Museum</a:t>
                </a:r>
                <a:endParaRPr lang="en-GB" sz="1100" b="1" dirty="0"/>
              </a:p>
            </p:txBody>
          </p:sp>
          <p:cxnSp>
            <p:nvCxnSpPr>
              <p:cNvPr id="14" name="Rak pilkoppling 13">
                <a:extLst>
                  <a:ext uri="{FF2B5EF4-FFF2-40B4-BE49-F238E27FC236}">
                    <a16:creationId xmlns:a16="http://schemas.microsoft.com/office/drawing/2014/main" id="{FC11E9C6-F834-7BF9-2656-1F2C0BBE26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48008" y="634742"/>
                <a:ext cx="555682" cy="318109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textruta 18">
              <a:extLst>
                <a:ext uri="{FF2B5EF4-FFF2-40B4-BE49-F238E27FC236}">
                  <a16:creationId xmlns:a16="http://schemas.microsoft.com/office/drawing/2014/main" id="{71AED44C-34AA-46A8-CE03-B43F0D96984D}"/>
                </a:ext>
              </a:extLst>
            </p:cNvPr>
            <p:cNvSpPr txBox="1"/>
            <p:nvPr/>
          </p:nvSpPr>
          <p:spPr>
            <a:xfrm rot="17633596">
              <a:off x="1952467" y="5322767"/>
              <a:ext cx="385636" cy="150305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sv-SE" sz="700" b="1" dirty="0"/>
                <a:t>Entrance</a:t>
              </a:r>
              <a:endParaRPr lang="en-GB" sz="700" b="1" dirty="0"/>
            </a:p>
          </p:txBody>
        </p:sp>
        <p:grpSp>
          <p:nvGrpSpPr>
            <p:cNvPr id="22" name="Grupp 21">
              <a:extLst>
                <a:ext uri="{FF2B5EF4-FFF2-40B4-BE49-F238E27FC236}">
                  <a16:creationId xmlns:a16="http://schemas.microsoft.com/office/drawing/2014/main" id="{87A77574-D69B-8870-4F59-593D7D94954F}"/>
                </a:ext>
              </a:extLst>
            </p:cNvPr>
            <p:cNvGrpSpPr/>
            <p:nvPr/>
          </p:nvGrpSpPr>
          <p:grpSpPr>
            <a:xfrm>
              <a:off x="2837416" y="5689721"/>
              <a:ext cx="521297" cy="307777"/>
              <a:chOff x="10444389" y="615061"/>
              <a:chExt cx="521297" cy="307777"/>
            </a:xfrm>
          </p:grpSpPr>
          <p:sp>
            <p:nvSpPr>
              <p:cNvPr id="20" name="Rektangel: rundade hörn 19">
                <a:extLst>
                  <a:ext uri="{FF2B5EF4-FFF2-40B4-BE49-F238E27FC236}">
                    <a16:creationId xmlns:a16="http://schemas.microsoft.com/office/drawing/2014/main" id="{1C16BE07-0C91-5F02-E422-81FFA10D7899}"/>
                  </a:ext>
                </a:extLst>
              </p:cNvPr>
              <p:cNvSpPr/>
              <p:nvPr/>
            </p:nvSpPr>
            <p:spPr>
              <a:xfrm>
                <a:off x="10519519" y="658526"/>
                <a:ext cx="377159" cy="134586"/>
              </a:xfrm>
              <a:prstGeom prst="roundRect">
                <a:avLst/>
              </a:prstGeom>
              <a:noFill/>
              <a:ln>
                <a:solidFill>
                  <a:srgbClr val="0000C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21" name="textruta 20">
                <a:extLst>
                  <a:ext uri="{FF2B5EF4-FFF2-40B4-BE49-F238E27FC236}">
                    <a16:creationId xmlns:a16="http://schemas.microsoft.com/office/drawing/2014/main" id="{3B74A023-4D99-3154-61EB-B9B479CE0DBE}"/>
                  </a:ext>
                </a:extLst>
              </p:cNvPr>
              <p:cNvSpPr txBox="1"/>
              <p:nvPr/>
            </p:nvSpPr>
            <p:spPr>
              <a:xfrm>
                <a:off x="10444389" y="615061"/>
                <a:ext cx="52129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sv-SE" sz="700" b="1" dirty="0"/>
                  <a:t>Spotters-</a:t>
                </a:r>
              </a:p>
              <a:p>
                <a:pPr algn="ctr"/>
                <a:r>
                  <a:rPr lang="sv-SE" sz="700" b="1" dirty="0"/>
                  <a:t>area</a:t>
                </a:r>
                <a:endParaRPr lang="en-GB" sz="700" b="1" dirty="0"/>
              </a:p>
            </p:txBody>
          </p:sp>
        </p:grpSp>
        <p:sp>
          <p:nvSpPr>
            <p:cNvPr id="23" name="textruta 22">
              <a:extLst>
                <a:ext uri="{FF2B5EF4-FFF2-40B4-BE49-F238E27FC236}">
                  <a16:creationId xmlns:a16="http://schemas.microsoft.com/office/drawing/2014/main" id="{378C11A6-D9E4-D49C-9B59-72D81FFF234F}"/>
                </a:ext>
              </a:extLst>
            </p:cNvPr>
            <p:cNvSpPr txBox="1"/>
            <p:nvPr/>
          </p:nvSpPr>
          <p:spPr>
            <a:xfrm>
              <a:off x="243848" y="1021421"/>
              <a:ext cx="8709436" cy="307777"/>
            </a:xfrm>
            <a:prstGeom prst="rect">
              <a:avLst/>
            </a:prstGeom>
            <a:noFill/>
            <a:ln>
              <a:solidFill>
                <a:srgbClr val="0000CC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sv-SE" sz="1400" dirty="0">
                  <a:latin typeface="FM Sans Stencil" pitchFamily="2" charset="0"/>
                  <a:cs typeface="Arial" panose="020B0604020202020204" pitchFamily="34" charset="0"/>
                </a:rPr>
                <a:t>Map over Malmen Air Force Base Area, </a:t>
              </a:r>
              <a:r>
                <a:rPr lang="sv-SE" sz="1400" dirty="0">
                  <a:solidFill>
                    <a:srgbClr val="C00000"/>
                  </a:solidFill>
                  <a:latin typeface="FM Sans Stencil" pitchFamily="2" charset="0"/>
                  <a:cs typeface="Arial" panose="020B0604020202020204" pitchFamily="34" charset="0"/>
                </a:rPr>
                <a:t>our parking area for Friday </a:t>
              </a:r>
              <a:r>
                <a:rPr lang="sv-SE" sz="1400" dirty="0">
                  <a:latin typeface="FM Sans Stencil" pitchFamily="2" charset="0"/>
                  <a:cs typeface="Arial" panose="020B0604020202020204" pitchFamily="34" charset="0"/>
                </a:rPr>
                <a:t>and entrance to </a:t>
              </a:r>
              <a:r>
                <a:rPr lang="sv-SE" sz="1400" dirty="0">
                  <a:solidFill>
                    <a:srgbClr val="0000CC"/>
                  </a:solidFill>
                  <a:latin typeface="FM Sans Stencil" pitchFamily="2" charset="0"/>
                  <a:cs typeface="Arial" panose="020B0604020202020204" pitchFamily="34" charset="0"/>
                </a:rPr>
                <a:t>spotters´ area</a:t>
              </a:r>
              <a:endParaRPr lang="en-GB" sz="1400" dirty="0">
                <a:solidFill>
                  <a:srgbClr val="0000CC"/>
                </a:solidFill>
                <a:latin typeface="FM Sans Stencil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26" name="textruta 25">
              <a:extLst>
                <a:ext uri="{FF2B5EF4-FFF2-40B4-BE49-F238E27FC236}">
                  <a16:creationId xmlns:a16="http://schemas.microsoft.com/office/drawing/2014/main" id="{B81B7199-BB52-0557-959C-5F472B7FE6C0}"/>
                </a:ext>
              </a:extLst>
            </p:cNvPr>
            <p:cNvSpPr txBox="1"/>
            <p:nvPr/>
          </p:nvSpPr>
          <p:spPr>
            <a:xfrm>
              <a:off x="6797462" y="4982665"/>
              <a:ext cx="724928" cy="305233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sv-SE" sz="900" b="1" dirty="0">
                  <a:solidFill>
                    <a:schemeClr val="tx1"/>
                  </a:solidFill>
                </a:rPr>
                <a:t>RYD</a:t>
              </a:r>
            </a:p>
            <a:p>
              <a:pPr algn="ctr"/>
              <a:r>
                <a:rPr lang="sv-SE" sz="900" b="1" dirty="0">
                  <a:solidFill>
                    <a:schemeClr val="tx1"/>
                  </a:solidFill>
                </a:rPr>
                <a:t>Trafic junction</a:t>
              </a:r>
              <a:endParaRPr lang="en-GB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28" name="textruta 27">
              <a:extLst>
                <a:ext uri="{FF2B5EF4-FFF2-40B4-BE49-F238E27FC236}">
                  <a16:creationId xmlns:a16="http://schemas.microsoft.com/office/drawing/2014/main" id="{0245117A-8227-95D5-807F-F4EEA0321996}"/>
                </a:ext>
              </a:extLst>
            </p:cNvPr>
            <p:cNvSpPr txBox="1"/>
            <p:nvPr/>
          </p:nvSpPr>
          <p:spPr>
            <a:xfrm>
              <a:off x="7683098" y="1571759"/>
              <a:ext cx="4398672" cy="2454518"/>
            </a:xfrm>
            <a:prstGeom prst="rect">
              <a:avLst/>
            </a:prstGeom>
            <a:noFill/>
            <a:ln>
              <a:solidFill>
                <a:srgbClr val="0000CC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v-SE" sz="1400" b="1" u="sng" dirty="0">
                  <a:solidFill>
                    <a:srgbClr val="C00000"/>
                  </a:solidFill>
                  <a:latin typeface="Arial Narrow" panose="020B0606020202030204" pitchFamily="34" charset="0"/>
                </a:rPr>
                <a:t>From LINKÖPING Railway Station: </a:t>
              </a:r>
            </a:p>
            <a:p>
              <a:r>
                <a:rPr lang="sv-SE" sz="1200" b="1" dirty="0">
                  <a:latin typeface="Arial Narrow" panose="020B0606020202030204" pitchFamily="34" charset="0"/>
                </a:rPr>
                <a:t>Bus number 6 </a:t>
              </a:r>
              <a:r>
                <a:rPr lang="sv-SE" sz="1200" dirty="0">
                  <a:latin typeface="Arial Narrow" panose="020B0606020202030204" pitchFamily="34" charset="0"/>
                </a:rPr>
                <a:t>to bus stop ”Flygvapenmuseum”. (</a:t>
              </a:r>
              <a:r>
                <a:rPr lang="sv-SE" sz="1050" dirty="0">
                  <a:latin typeface="Arial Narrow" panose="020B0606020202030204" pitchFamily="34" charset="0"/>
                </a:rPr>
                <a:t>14 minutes</a:t>
              </a:r>
              <a:r>
                <a:rPr lang="sv-SE" sz="1200" dirty="0">
                  <a:latin typeface="Arial Narrow" panose="020B0606020202030204" pitchFamily="34" charset="0"/>
                </a:rPr>
                <a:t>)</a:t>
              </a:r>
            </a:p>
            <a:p>
              <a:r>
                <a:rPr lang="sv-SE" sz="1050" dirty="0">
                  <a:latin typeface="Arial Narrow" panose="020B0606020202030204" pitchFamily="34" charset="0"/>
                </a:rPr>
                <a:t>Ticket from app ”Östgötatrafiken” (</a:t>
              </a:r>
              <a:r>
                <a:rPr lang="sv-SE" sz="900" dirty="0">
                  <a:latin typeface="Arial Narrow" panose="020B0606020202030204" pitchFamily="34" charset="0"/>
                </a:rPr>
                <a:t>see below</a:t>
              </a:r>
              <a:r>
                <a:rPr lang="sv-SE" sz="1050" dirty="0">
                  <a:latin typeface="Arial Narrow" panose="020B0606020202030204" pitchFamily="34" charset="0"/>
                </a:rPr>
                <a:t>)  – single adault price = 35 sek</a:t>
              </a:r>
              <a:endParaRPr lang="sv-SE" sz="1200" dirty="0">
                <a:latin typeface="Arial Narrow" panose="020B0606020202030204" pitchFamily="34" charset="0"/>
              </a:endParaRPr>
            </a:p>
            <a:p>
              <a:r>
                <a:rPr lang="sv-SE" sz="1200" dirty="0">
                  <a:latin typeface="Arial Narrow" panose="020B0606020202030204" pitchFamily="34" charset="0"/>
                </a:rPr>
                <a:t>(</a:t>
              </a:r>
              <a:r>
                <a:rPr lang="sv-SE" sz="1050" dirty="0">
                  <a:latin typeface="Arial Narrow" panose="020B0606020202030204" pitchFamily="34" charset="0"/>
                </a:rPr>
                <a:t>alternative is Bus number 3 with stop in RYD = 2.3km/30min walk</a:t>
              </a:r>
              <a:r>
                <a:rPr lang="sv-SE" sz="1200" dirty="0">
                  <a:latin typeface="Arial Narrow" panose="020B0606020202030204" pitchFamily="34" charset="0"/>
                </a:rPr>
                <a:t>)</a:t>
              </a:r>
            </a:p>
            <a:p>
              <a:endParaRPr lang="sv-SE" sz="1200" dirty="0">
                <a:latin typeface="Arial Narrow" panose="020B0606020202030204" pitchFamily="34" charset="0"/>
              </a:endParaRPr>
            </a:p>
            <a:p>
              <a:r>
                <a:rPr lang="sv-SE" sz="1200" b="1" u="sng" dirty="0">
                  <a:solidFill>
                    <a:srgbClr val="C00000"/>
                  </a:solidFill>
                  <a:latin typeface="Arial Narrow" panose="020B0606020202030204" pitchFamily="34" charset="0"/>
                </a:rPr>
                <a:t>From E4 (</a:t>
              </a:r>
              <a:r>
                <a:rPr lang="sv-SE" sz="1050" b="1" u="sng" dirty="0">
                  <a:solidFill>
                    <a:srgbClr val="C00000"/>
                  </a:solidFill>
                  <a:latin typeface="Arial Narrow" panose="020B0606020202030204" pitchFamily="34" charset="0"/>
                </a:rPr>
                <a:t>West of LINKÖPING</a:t>
              </a:r>
              <a:r>
                <a:rPr lang="sv-SE" sz="1200" b="1" u="sng" dirty="0">
                  <a:solidFill>
                    <a:srgbClr val="C00000"/>
                  </a:solidFill>
                  <a:latin typeface="Arial Narrow" panose="020B0606020202030204" pitchFamily="34" charset="0"/>
                </a:rPr>
                <a:t>) to LAGERLUNDA parking area: </a:t>
              </a:r>
              <a:endParaRPr lang="sv-SE" sz="1200" b="1" u="sng" dirty="0">
                <a:latin typeface="Arial Narrow" panose="020B0606020202030204" pitchFamily="34" charset="0"/>
              </a:endParaRPr>
            </a:p>
            <a:p>
              <a:r>
                <a:rPr lang="sv-SE" sz="1050" dirty="0">
                  <a:latin typeface="Arial Narrow" panose="020B0606020202030204" pitchFamily="34" charset="0"/>
                </a:rPr>
                <a:t>(Your gps map will direct you </a:t>
              </a:r>
              <a:r>
                <a:rPr lang="sv-SE" sz="1050" dirty="0">
                  <a:solidFill>
                    <a:srgbClr val="C00000"/>
                  </a:solidFill>
                  <a:latin typeface="Arial Narrow" panose="020B0606020202030204" pitchFamily="34" charset="0"/>
                </a:rPr>
                <a:t>from south east - </a:t>
              </a:r>
              <a:r>
                <a:rPr lang="sv-SE" sz="1050" b="1" dirty="0">
                  <a:latin typeface="Arial Narrow" panose="020B0606020202030204" pitchFamily="34" charset="0"/>
                </a:rPr>
                <a:t>E4/MANTORP </a:t>
              </a:r>
              <a:r>
                <a:rPr lang="sv-SE" sz="1050" dirty="0">
                  <a:latin typeface="Arial Narrow" panose="020B0606020202030204" pitchFamily="34" charset="0"/>
                </a:rPr>
                <a:t>to VIKINGSTAD)</a:t>
              </a:r>
            </a:p>
            <a:p>
              <a:endParaRPr lang="sv-SE" sz="1200" dirty="0">
                <a:latin typeface="Arial Narrow" panose="020B0606020202030204" pitchFamily="34" charset="0"/>
              </a:endParaRPr>
            </a:p>
            <a:p>
              <a:r>
                <a:rPr lang="sv-SE" sz="1050" dirty="0">
                  <a:latin typeface="Arial Narrow" panose="020B0606020202030204" pitchFamily="34" charset="0"/>
                </a:rPr>
                <a:t>Vehicles coming from VIKINGSTAD to LAGERLUNDA = read signs, </a:t>
              </a:r>
            </a:p>
            <a:p>
              <a:r>
                <a:rPr lang="sv-SE" sz="1050" dirty="0">
                  <a:latin typeface="Arial Narrow" panose="020B0606020202030204" pitchFamily="34" charset="0"/>
                </a:rPr>
                <a:t>approx. 5.5 km/5 min by car (</a:t>
              </a:r>
              <a:r>
                <a:rPr lang="sv-SE" sz="900" dirty="0">
                  <a:latin typeface="Arial Narrow" panose="020B0606020202030204" pitchFamily="34" charset="0"/>
                </a:rPr>
                <a:t>see next slide</a:t>
              </a:r>
              <a:r>
                <a:rPr lang="sv-SE" sz="1050" dirty="0">
                  <a:latin typeface="Arial Narrow" panose="020B0606020202030204" pitchFamily="34" charset="0"/>
                </a:rPr>
                <a:t>)</a:t>
              </a:r>
              <a:endParaRPr lang="sv-SE" sz="1200" dirty="0">
                <a:latin typeface="Arial Narrow" panose="020B0606020202030204" pitchFamily="34" charset="0"/>
              </a:endParaRPr>
            </a:p>
            <a:p>
              <a:endParaRPr lang="sv-SE" sz="1200" b="1" dirty="0">
                <a:latin typeface="Arial Narrow" panose="020B0606020202030204" pitchFamily="34" charset="0"/>
              </a:endParaRPr>
            </a:p>
            <a:p>
              <a:r>
                <a:rPr lang="sv-SE" sz="1200" b="1" dirty="0">
                  <a:solidFill>
                    <a:srgbClr val="FF0000"/>
                  </a:solidFill>
                  <a:latin typeface="Arial Narrow" panose="020B0606020202030204" pitchFamily="34" charset="0"/>
                </a:rPr>
                <a:t>No vehicle access to the Air Base from North = Trafic junction TIFT </a:t>
              </a:r>
              <a:r>
                <a:rPr lang="sv-SE" sz="1000" b="1" dirty="0">
                  <a:solidFill>
                    <a:srgbClr val="FF0000"/>
                  </a:solidFill>
                  <a:latin typeface="Arial Narrow" panose="020B0606020202030204" pitchFamily="34" charset="0"/>
                </a:rPr>
                <a:t>(N:b 111) or East (Linköping City)</a:t>
              </a:r>
              <a:r>
                <a:rPr lang="sv-SE" sz="1200" b="1" dirty="0">
                  <a:solidFill>
                    <a:srgbClr val="FF0000"/>
                  </a:solidFill>
                  <a:latin typeface="Arial Narrow" panose="020B0606020202030204" pitchFamily="34" charset="0"/>
                </a:rPr>
                <a:t>!</a:t>
              </a:r>
            </a:p>
          </p:txBody>
        </p:sp>
        <p:sp>
          <p:nvSpPr>
            <p:cNvPr id="30" name="Rektangel: rundade hörn 29">
              <a:extLst>
                <a:ext uri="{FF2B5EF4-FFF2-40B4-BE49-F238E27FC236}">
                  <a16:creationId xmlns:a16="http://schemas.microsoft.com/office/drawing/2014/main" id="{289A5DDC-752B-C082-1EAC-F2A120720324}"/>
                </a:ext>
              </a:extLst>
            </p:cNvPr>
            <p:cNvSpPr/>
            <p:nvPr/>
          </p:nvSpPr>
          <p:spPr>
            <a:xfrm>
              <a:off x="2669498" y="4096924"/>
              <a:ext cx="717191" cy="14804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sv-SE" sz="800" b="1" dirty="0">
                  <a:solidFill>
                    <a:srgbClr val="C00000"/>
                  </a:solidFill>
                  <a:latin typeface="Arial Narrow" panose="020B0606020202030204" pitchFamily="34" charset="0"/>
                </a:rPr>
                <a:t>Main Guard </a:t>
              </a:r>
              <a:endParaRPr lang="en-GB" sz="800" b="1" dirty="0">
                <a:solidFill>
                  <a:srgbClr val="C0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31" name="Ellips 30">
              <a:extLst>
                <a:ext uri="{FF2B5EF4-FFF2-40B4-BE49-F238E27FC236}">
                  <a16:creationId xmlns:a16="http://schemas.microsoft.com/office/drawing/2014/main" id="{0AD9252C-8CE0-0856-D5A5-BCCCAAA3C149}"/>
                </a:ext>
              </a:extLst>
            </p:cNvPr>
            <p:cNvSpPr/>
            <p:nvPr/>
          </p:nvSpPr>
          <p:spPr>
            <a:xfrm>
              <a:off x="2874725" y="3971836"/>
              <a:ext cx="106055" cy="111416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0000C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textruta 12">
              <a:extLst>
                <a:ext uri="{FF2B5EF4-FFF2-40B4-BE49-F238E27FC236}">
                  <a16:creationId xmlns:a16="http://schemas.microsoft.com/office/drawing/2014/main" id="{0FFCEE9D-CEA8-3662-5054-CB67011A7FF6}"/>
                </a:ext>
              </a:extLst>
            </p:cNvPr>
            <p:cNvSpPr txBox="1"/>
            <p:nvPr/>
          </p:nvSpPr>
          <p:spPr>
            <a:xfrm>
              <a:off x="3622110" y="3632384"/>
              <a:ext cx="385636" cy="150305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sv-SE" sz="700" b="1" dirty="0"/>
                <a:t>Entrance</a:t>
              </a:r>
              <a:endParaRPr lang="en-GB" sz="700" b="1" dirty="0"/>
            </a:p>
          </p:txBody>
        </p:sp>
        <p:sp>
          <p:nvSpPr>
            <p:cNvPr id="16" name="Pil: höger 15">
              <a:extLst>
                <a:ext uri="{FF2B5EF4-FFF2-40B4-BE49-F238E27FC236}">
                  <a16:creationId xmlns:a16="http://schemas.microsoft.com/office/drawing/2014/main" id="{9849E887-0852-43FB-420E-008543BA20D4}"/>
                </a:ext>
              </a:extLst>
            </p:cNvPr>
            <p:cNvSpPr/>
            <p:nvPr/>
          </p:nvSpPr>
          <p:spPr>
            <a:xfrm rot="18235086">
              <a:off x="948301" y="6172635"/>
              <a:ext cx="1112808" cy="113134"/>
            </a:xfrm>
            <a:prstGeom prst="rightArrow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extruta 16">
              <a:extLst>
                <a:ext uri="{FF2B5EF4-FFF2-40B4-BE49-F238E27FC236}">
                  <a16:creationId xmlns:a16="http://schemas.microsoft.com/office/drawing/2014/main" id="{8A82EE59-C6E7-89AF-AF0D-BF4B00489DB5}"/>
                </a:ext>
              </a:extLst>
            </p:cNvPr>
            <p:cNvSpPr txBox="1"/>
            <p:nvPr/>
          </p:nvSpPr>
          <p:spPr>
            <a:xfrm rot="18222836">
              <a:off x="795422" y="6016571"/>
              <a:ext cx="845103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sv-SE" sz="900" b="1" dirty="0"/>
                <a:t>Vehicles from</a:t>
              </a:r>
            </a:p>
            <a:p>
              <a:pPr algn="ctr"/>
              <a:r>
                <a:rPr lang="sv-SE" sz="900" b="1" dirty="0"/>
                <a:t>Vikingstad</a:t>
              </a:r>
            </a:p>
          </p:txBody>
        </p:sp>
        <p:grpSp>
          <p:nvGrpSpPr>
            <p:cNvPr id="36" name="Grupp 35">
              <a:extLst>
                <a:ext uri="{FF2B5EF4-FFF2-40B4-BE49-F238E27FC236}">
                  <a16:creationId xmlns:a16="http://schemas.microsoft.com/office/drawing/2014/main" id="{CE2091AF-5F5C-F5D8-5D7D-B2C4B815D70D}"/>
                </a:ext>
              </a:extLst>
            </p:cNvPr>
            <p:cNvGrpSpPr/>
            <p:nvPr/>
          </p:nvGrpSpPr>
          <p:grpSpPr>
            <a:xfrm>
              <a:off x="3191993" y="3460528"/>
              <a:ext cx="410928" cy="257452"/>
              <a:chOff x="8507213" y="5615977"/>
              <a:chExt cx="410928" cy="257452"/>
            </a:xfrm>
          </p:grpSpPr>
          <p:sp>
            <p:nvSpPr>
              <p:cNvPr id="27" name="Ellips 26">
                <a:extLst>
                  <a:ext uri="{FF2B5EF4-FFF2-40B4-BE49-F238E27FC236}">
                    <a16:creationId xmlns:a16="http://schemas.microsoft.com/office/drawing/2014/main" id="{C2CAA45A-E0AD-D4AD-7EB1-24134BC4FB88}"/>
                  </a:ext>
                </a:extLst>
              </p:cNvPr>
              <p:cNvSpPr/>
              <p:nvPr/>
            </p:nvSpPr>
            <p:spPr>
              <a:xfrm>
                <a:off x="8617789" y="5748982"/>
                <a:ext cx="155275" cy="124447"/>
              </a:xfrm>
              <a:prstGeom prst="ellipse">
                <a:avLst/>
              </a:prstGeom>
              <a:solidFill>
                <a:srgbClr val="FF000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35" name="textruta 34">
                <a:extLst>
                  <a:ext uri="{FF2B5EF4-FFF2-40B4-BE49-F238E27FC236}">
                    <a16:creationId xmlns:a16="http://schemas.microsoft.com/office/drawing/2014/main" id="{65349E9D-E15C-3627-C3CA-6B49ED54FBA7}"/>
                  </a:ext>
                </a:extLst>
              </p:cNvPr>
              <p:cNvSpPr txBox="1"/>
              <p:nvPr/>
            </p:nvSpPr>
            <p:spPr>
              <a:xfrm>
                <a:off x="8507213" y="5615977"/>
                <a:ext cx="410928" cy="13377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sv-SE" sz="800" b="1" dirty="0"/>
                  <a:t>Bus stop</a:t>
                </a:r>
                <a:endParaRPr lang="en-GB" sz="800" b="1" dirty="0"/>
              </a:p>
            </p:txBody>
          </p:sp>
        </p:grpSp>
        <p:sp>
          <p:nvSpPr>
            <p:cNvPr id="37" name="textruta 36">
              <a:extLst>
                <a:ext uri="{FF2B5EF4-FFF2-40B4-BE49-F238E27FC236}">
                  <a16:creationId xmlns:a16="http://schemas.microsoft.com/office/drawing/2014/main" id="{165D59C6-4786-E8D7-F2D6-8B59B3EFA882}"/>
                </a:ext>
              </a:extLst>
            </p:cNvPr>
            <p:cNvSpPr txBox="1"/>
            <p:nvPr/>
          </p:nvSpPr>
          <p:spPr>
            <a:xfrm>
              <a:off x="2790674" y="4890847"/>
              <a:ext cx="667170" cy="215444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sv-SE" sz="800" b="1" dirty="0">
                  <a:solidFill>
                    <a:schemeClr val="bg1"/>
                  </a:solidFill>
                </a:rPr>
                <a:t>Public Area</a:t>
              </a:r>
              <a:endParaRPr lang="en-GB" sz="800" b="1" dirty="0">
                <a:solidFill>
                  <a:schemeClr val="bg1"/>
                </a:solidFill>
              </a:endParaRPr>
            </a:p>
          </p:txBody>
        </p:sp>
        <p:sp>
          <p:nvSpPr>
            <p:cNvPr id="39" name="Frihandsfigur: Form 38">
              <a:extLst>
                <a:ext uri="{FF2B5EF4-FFF2-40B4-BE49-F238E27FC236}">
                  <a16:creationId xmlns:a16="http://schemas.microsoft.com/office/drawing/2014/main" id="{111E7BB9-54AF-0EFB-D5CB-880B3598E201}"/>
                </a:ext>
              </a:extLst>
            </p:cNvPr>
            <p:cNvSpPr/>
            <p:nvPr/>
          </p:nvSpPr>
          <p:spPr>
            <a:xfrm>
              <a:off x="3450566" y="3433313"/>
              <a:ext cx="4140679" cy="1449238"/>
            </a:xfrm>
            <a:custGeom>
              <a:avLst/>
              <a:gdLst>
                <a:gd name="connsiteX0" fmla="*/ 4140679 w 4140679"/>
                <a:gd name="connsiteY0" fmla="*/ 1449238 h 1449238"/>
                <a:gd name="connsiteX1" fmla="*/ 3821502 w 4140679"/>
                <a:gd name="connsiteY1" fmla="*/ 1440612 h 1449238"/>
                <a:gd name="connsiteX2" fmla="*/ 3752491 w 4140679"/>
                <a:gd name="connsiteY2" fmla="*/ 1414732 h 1449238"/>
                <a:gd name="connsiteX3" fmla="*/ 3683479 w 4140679"/>
                <a:gd name="connsiteY3" fmla="*/ 1397479 h 1449238"/>
                <a:gd name="connsiteX4" fmla="*/ 3648974 w 4140679"/>
                <a:gd name="connsiteY4" fmla="*/ 1380227 h 1449238"/>
                <a:gd name="connsiteX5" fmla="*/ 3579962 w 4140679"/>
                <a:gd name="connsiteY5" fmla="*/ 1354347 h 1449238"/>
                <a:gd name="connsiteX6" fmla="*/ 3536830 w 4140679"/>
                <a:gd name="connsiteY6" fmla="*/ 1345721 h 1449238"/>
                <a:gd name="connsiteX7" fmla="*/ 3502325 w 4140679"/>
                <a:gd name="connsiteY7" fmla="*/ 1328468 h 1449238"/>
                <a:gd name="connsiteX8" fmla="*/ 3467819 w 4140679"/>
                <a:gd name="connsiteY8" fmla="*/ 1302589 h 1449238"/>
                <a:gd name="connsiteX9" fmla="*/ 3441940 w 4140679"/>
                <a:gd name="connsiteY9" fmla="*/ 1293962 h 1449238"/>
                <a:gd name="connsiteX10" fmla="*/ 3381555 w 4140679"/>
                <a:gd name="connsiteY10" fmla="*/ 1250830 h 1449238"/>
                <a:gd name="connsiteX11" fmla="*/ 3321170 w 4140679"/>
                <a:gd name="connsiteY11" fmla="*/ 1190445 h 1449238"/>
                <a:gd name="connsiteX12" fmla="*/ 3278038 w 4140679"/>
                <a:gd name="connsiteY12" fmla="*/ 1147313 h 1449238"/>
                <a:gd name="connsiteX13" fmla="*/ 3209026 w 4140679"/>
                <a:gd name="connsiteY13" fmla="*/ 1086929 h 1449238"/>
                <a:gd name="connsiteX14" fmla="*/ 3114136 w 4140679"/>
                <a:gd name="connsiteY14" fmla="*/ 983412 h 1449238"/>
                <a:gd name="connsiteX15" fmla="*/ 3088257 w 4140679"/>
                <a:gd name="connsiteY15" fmla="*/ 957532 h 1449238"/>
                <a:gd name="connsiteX16" fmla="*/ 3071004 w 4140679"/>
                <a:gd name="connsiteY16" fmla="*/ 923027 h 1449238"/>
                <a:gd name="connsiteX17" fmla="*/ 3045125 w 4140679"/>
                <a:gd name="connsiteY17" fmla="*/ 897147 h 1449238"/>
                <a:gd name="connsiteX18" fmla="*/ 3027872 w 4140679"/>
                <a:gd name="connsiteY18" fmla="*/ 871268 h 1449238"/>
                <a:gd name="connsiteX19" fmla="*/ 2976113 w 4140679"/>
                <a:gd name="connsiteY19" fmla="*/ 810883 h 1449238"/>
                <a:gd name="connsiteX20" fmla="*/ 2967487 w 4140679"/>
                <a:gd name="connsiteY20" fmla="*/ 785004 h 1449238"/>
                <a:gd name="connsiteX21" fmla="*/ 2941608 w 4140679"/>
                <a:gd name="connsiteY21" fmla="*/ 715993 h 1449238"/>
                <a:gd name="connsiteX22" fmla="*/ 2915728 w 4140679"/>
                <a:gd name="connsiteY22" fmla="*/ 690113 h 1449238"/>
                <a:gd name="connsiteX23" fmla="*/ 2889849 w 4140679"/>
                <a:gd name="connsiteY23" fmla="*/ 638355 h 1449238"/>
                <a:gd name="connsiteX24" fmla="*/ 2846717 w 4140679"/>
                <a:gd name="connsiteY24" fmla="*/ 586596 h 1449238"/>
                <a:gd name="connsiteX25" fmla="*/ 2829464 w 4140679"/>
                <a:gd name="connsiteY25" fmla="*/ 552091 h 1449238"/>
                <a:gd name="connsiteX26" fmla="*/ 2777706 w 4140679"/>
                <a:gd name="connsiteY26" fmla="*/ 457200 h 1449238"/>
                <a:gd name="connsiteX27" fmla="*/ 2751826 w 4140679"/>
                <a:gd name="connsiteY27" fmla="*/ 388189 h 1449238"/>
                <a:gd name="connsiteX28" fmla="*/ 2734574 w 4140679"/>
                <a:gd name="connsiteY28" fmla="*/ 336430 h 1449238"/>
                <a:gd name="connsiteX29" fmla="*/ 2708694 w 4140679"/>
                <a:gd name="connsiteY29" fmla="*/ 172529 h 1449238"/>
                <a:gd name="connsiteX30" fmla="*/ 2648309 w 4140679"/>
                <a:gd name="connsiteY30" fmla="*/ 43132 h 1449238"/>
                <a:gd name="connsiteX31" fmla="*/ 2605177 w 4140679"/>
                <a:gd name="connsiteY31" fmla="*/ 17253 h 1449238"/>
                <a:gd name="connsiteX32" fmla="*/ 2501660 w 4140679"/>
                <a:gd name="connsiteY32" fmla="*/ 0 h 1449238"/>
                <a:gd name="connsiteX33" fmla="*/ 2234242 w 4140679"/>
                <a:gd name="connsiteY33" fmla="*/ 34506 h 1449238"/>
                <a:gd name="connsiteX34" fmla="*/ 2199736 w 4140679"/>
                <a:gd name="connsiteY34" fmla="*/ 51759 h 1449238"/>
                <a:gd name="connsiteX35" fmla="*/ 2061713 w 4140679"/>
                <a:gd name="connsiteY35" fmla="*/ 146649 h 1449238"/>
                <a:gd name="connsiteX36" fmla="*/ 1984076 w 4140679"/>
                <a:gd name="connsiteY36" fmla="*/ 189781 h 1449238"/>
                <a:gd name="connsiteX37" fmla="*/ 1949570 w 4140679"/>
                <a:gd name="connsiteY37" fmla="*/ 198408 h 1449238"/>
                <a:gd name="connsiteX38" fmla="*/ 1915064 w 4140679"/>
                <a:gd name="connsiteY38" fmla="*/ 215661 h 1449238"/>
                <a:gd name="connsiteX39" fmla="*/ 1863306 w 4140679"/>
                <a:gd name="connsiteY39" fmla="*/ 232913 h 1449238"/>
                <a:gd name="connsiteX40" fmla="*/ 1785668 w 4140679"/>
                <a:gd name="connsiteY40" fmla="*/ 267419 h 1449238"/>
                <a:gd name="connsiteX41" fmla="*/ 1733909 w 4140679"/>
                <a:gd name="connsiteY41" fmla="*/ 284672 h 1449238"/>
                <a:gd name="connsiteX42" fmla="*/ 1708030 w 4140679"/>
                <a:gd name="connsiteY42" fmla="*/ 293298 h 1449238"/>
                <a:gd name="connsiteX43" fmla="*/ 1552755 w 4140679"/>
                <a:gd name="connsiteY43" fmla="*/ 319178 h 1449238"/>
                <a:gd name="connsiteX44" fmla="*/ 1440611 w 4140679"/>
                <a:gd name="connsiteY44" fmla="*/ 310551 h 1449238"/>
                <a:gd name="connsiteX45" fmla="*/ 1380226 w 4140679"/>
                <a:gd name="connsiteY45" fmla="*/ 284672 h 1449238"/>
                <a:gd name="connsiteX46" fmla="*/ 1328468 w 4140679"/>
                <a:gd name="connsiteY46" fmla="*/ 276045 h 1449238"/>
                <a:gd name="connsiteX47" fmla="*/ 1302589 w 4140679"/>
                <a:gd name="connsiteY47" fmla="*/ 267419 h 1449238"/>
                <a:gd name="connsiteX48" fmla="*/ 1207698 w 4140679"/>
                <a:gd name="connsiteY48" fmla="*/ 232913 h 1449238"/>
                <a:gd name="connsiteX49" fmla="*/ 1026543 w 4140679"/>
                <a:gd name="connsiteY49" fmla="*/ 172529 h 1449238"/>
                <a:gd name="connsiteX50" fmla="*/ 992038 w 4140679"/>
                <a:gd name="connsiteY50" fmla="*/ 146649 h 1449238"/>
                <a:gd name="connsiteX51" fmla="*/ 914400 w 4140679"/>
                <a:gd name="connsiteY51" fmla="*/ 120770 h 1449238"/>
                <a:gd name="connsiteX52" fmla="*/ 836762 w 4140679"/>
                <a:gd name="connsiteY52" fmla="*/ 129396 h 1449238"/>
                <a:gd name="connsiteX53" fmla="*/ 785004 w 4140679"/>
                <a:gd name="connsiteY53" fmla="*/ 181155 h 1449238"/>
                <a:gd name="connsiteX54" fmla="*/ 750498 w 4140679"/>
                <a:gd name="connsiteY54" fmla="*/ 215661 h 1449238"/>
                <a:gd name="connsiteX55" fmla="*/ 707366 w 4140679"/>
                <a:gd name="connsiteY55" fmla="*/ 224287 h 1449238"/>
                <a:gd name="connsiteX56" fmla="*/ 0 w 4140679"/>
                <a:gd name="connsiteY56" fmla="*/ 215661 h 1449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4140679" h="1449238">
                  <a:moveTo>
                    <a:pt x="4140679" y="1449238"/>
                  </a:moveTo>
                  <a:cubicBezTo>
                    <a:pt x="4034287" y="1446363"/>
                    <a:pt x="3927515" y="1450036"/>
                    <a:pt x="3821502" y="1440612"/>
                  </a:cubicBezTo>
                  <a:cubicBezTo>
                    <a:pt x="3797030" y="1438437"/>
                    <a:pt x="3775941" y="1422060"/>
                    <a:pt x="3752491" y="1414732"/>
                  </a:cubicBezTo>
                  <a:cubicBezTo>
                    <a:pt x="3729858" y="1407659"/>
                    <a:pt x="3705974" y="1404977"/>
                    <a:pt x="3683479" y="1397479"/>
                  </a:cubicBezTo>
                  <a:cubicBezTo>
                    <a:pt x="3671280" y="1393413"/>
                    <a:pt x="3660725" y="1385450"/>
                    <a:pt x="3648974" y="1380227"/>
                  </a:cubicBezTo>
                  <a:cubicBezTo>
                    <a:pt x="3638799" y="1375705"/>
                    <a:pt x="3596220" y="1358412"/>
                    <a:pt x="3579962" y="1354347"/>
                  </a:cubicBezTo>
                  <a:cubicBezTo>
                    <a:pt x="3565738" y="1350791"/>
                    <a:pt x="3551207" y="1348596"/>
                    <a:pt x="3536830" y="1345721"/>
                  </a:cubicBezTo>
                  <a:cubicBezTo>
                    <a:pt x="3525328" y="1339970"/>
                    <a:pt x="3513230" y="1335283"/>
                    <a:pt x="3502325" y="1328468"/>
                  </a:cubicBezTo>
                  <a:cubicBezTo>
                    <a:pt x="3490133" y="1320848"/>
                    <a:pt x="3480302" y="1309722"/>
                    <a:pt x="3467819" y="1302589"/>
                  </a:cubicBezTo>
                  <a:cubicBezTo>
                    <a:pt x="3459924" y="1298078"/>
                    <a:pt x="3450073" y="1298028"/>
                    <a:pt x="3441940" y="1293962"/>
                  </a:cubicBezTo>
                  <a:cubicBezTo>
                    <a:pt x="3431510" y="1288747"/>
                    <a:pt x="3386340" y="1255180"/>
                    <a:pt x="3381555" y="1250830"/>
                  </a:cubicBezTo>
                  <a:cubicBezTo>
                    <a:pt x="3360492" y="1231682"/>
                    <a:pt x="3341298" y="1210573"/>
                    <a:pt x="3321170" y="1190445"/>
                  </a:cubicBezTo>
                  <a:cubicBezTo>
                    <a:pt x="3306793" y="1176068"/>
                    <a:pt x="3290740" y="1163190"/>
                    <a:pt x="3278038" y="1147313"/>
                  </a:cubicBezTo>
                  <a:cubicBezTo>
                    <a:pt x="3235499" y="1094139"/>
                    <a:pt x="3260000" y="1112415"/>
                    <a:pt x="3209026" y="1086929"/>
                  </a:cubicBezTo>
                  <a:cubicBezTo>
                    <a:pt x="3163627" y="1026396"/>
                    <a:pt x="3193316" y="1062593"/>
                    <a:pt x="3114136" y="983412"/>
                  </a:cubicBezTo>
                  <a:cubicBezTo>
                    <a:pt x="3105510" y="974785"/>
                    <a:pt x="3093713" y="968444"/>
                    <a:pt x="3088257" y="957532"/>
                  </a:cubicBezTo>
                  <a:cubicBezTo>
                    <a:pt x="3082506" y="946030"/>
                    <a:pt x="3078478" y="933491"/>
                    <a:pt x="3071004" y="923027"/>
                  </a:cubicBezTo>
                  <a:cubicBezTo>
                    <a:pt x="3063913" y="913100"/>
                    <a:pt x="3052935" y="906519"/>
                    <a:pt x="3045125" y="897147"/>
                  </a:cubicBezTo>
                  <a:cubicBezTo>
                    <a:pt x="3038488" y="889182"/>
                    <a:pt x="3034509" y="879233"/>
                    <a:pt x="3027872" y="871268"/>
                  </a:cubicBezTo>
                  <a:cubicBezTo>
                    <a:pt x="2937781" y="763162"/>
                    <a:pt x="3073004" y="940073"/>
                    <a:pt x="2976113" y="810883"/>
                  </a:cubicBezTo>
                  <a:cubicBezTo>
                    <a:pt x="2973238" y="802257"/>
                    <a:pt x="2969985" y="793747"/>
                    <a:pt x="2967487" y="785004"/>
                  </a:cubicBezTo>
                  <a:cubicBezTo>
                    <a:pt x="2958887" y="754906"/>
                    <a:pt x="2960749" y="742791"/>
                    <a:pt x="2941608" y="715993"/>
                  </a:cubicBezTo>
                  <a:cubicBezTo>
                    <a:pt x="2934517" y="706065"/>
                    <a:pt x="2923538" y="699485"/>
                    <a:pt x="2915728" y="690113"/>
                  </a:cubicBezTo>
                  <a:cubicBezTo>
                    <a:pt x="2884828" y="653033"/>
                    <a:pt x="2909301" y="677258"/>
                    <a:pt x="2889849" y="638355"/>
                  </a:cubicBezTo>
                  <a:cubicBezTo>
                    <a:pt x="2867030" y="592720"/>
                    <a:pt x="2878513" y="631110"/>
                    <a:pt x="2846717" y="586596"/>
                  </a:cubicBezTo>
                  <a:cubicBezTo>
                    <a:pt x="2839243" y="576132"/>
                    <a:pt x="2835844" y="563256"/>
                    <a:pt x="2829464" y="552091"/>
                  </a:cubicBezTo>
                  <a:cubicBezTo>
                    <a:pt x="2804261" y="507986"/>
                    <a:pt x="2801178" y="527611"/>
                    <a:pt x="2777706" y="457200"/>
                  </a:cubicBezTo>
                  <a:cubicBezTo>
                    <a:pt x="2752049" y="380234"/>
                    <a:pt x="2793119" y="501746"/>
                    <a:pt x="2751826" y="388189"/>
                  </a:cubicBezTo>
                  <a:cubicBezTo>
                    <a:pt x="2745611" y="371098"/>
                    <a:pt x="2740325" y="353683"/>
                    <a:pt x="2734574" y="336430"/>
                  </a:cubicBezTo>
                  <a:cubicBezTo>
                    <a:pt x="2726707" y="249897"/>
                    <a:pt x="2731480" y="248483"/>
                    <a:pt x="2708694" y="172529"/>
                  </a:cubicBezTo>
                  <a:cubicBezTo>
                    <a:pt x="2690168" y="110774"/>
                    <a:pt x="2693254" y="76841"/>
                    <a:pt x="2648309" y="43132"/>
                  </a:cubicBezTo>
                  <a:cubicBezTo>
                    <a:pt x="2634896" y="33072"/>
                    <a:pt x="2620499" y="24063"/>
                    <a:pt x="2605177" y="17253"/>
                  </a:cubicBezTo>
                  <a:cubicBezTo>
                    <a:pt x="2582876" y="7342"/>
                    <a:pt x="2514592" y="1617"/>
                    <a:pt x="2501660" y="0"/>
                  </a:cubicBezTo>
                  <a:cubicBezTo>
                    <a:pt x="2412521" y="11502"/>
                    <a:pt x="2322828" y="19320"/>
                    <a:pt x="2234242" y="34506"/>
                  </a:cubicBezTo>
                  <a:cubicBezTo>
                    <a:pt x="2221567" y="36679"/>
                    <a:pt x="2210518" y="44751"/>
                    <a:pt x="2199736" y="51759"/>
                  </a:cubicBezTo>
                  <a:cubicBezTo>
                    <a:pt x="2152924" y="82186"/>
                    <a:pt x="2113551" y="125913"/>
                    <a:pt x="2061713" y="146649"/>
                  </a:cubicBezTo>
                  <a:cubicBezTo>
                    <a:pt x="1878971" y="219747"/>
                    <a:pt x="2148198" y="107719"/>
                    <a:pt x="1984076" y="189781"/>
                  </a:cubicBezTo>
                  <a:cubicBezTo>
                    <a:pt x="1973472" y="195083"/>
                    <a:pt x="1960671" y="194245"/>
                    <a:pt x="1949570" y="198408"/>
                  </a:cubicBezTo>
                  <a:cubicBezTo>
                    <a:pt x="1937529" y="202923"/>
                    <a:pt x="1927004" y="210885"/>
                    <a:pt x="1915064" y="215661"/>
                  </a:cubicBezTo>
                  <a:cubicBezTo>
                    <a:pt x="1898179" y="222415"/>
                    <a:pt x="1880559" y="227162"/>
                    <a:pt x="1863306" y="232913"/>
                  </a:cubicBezTo>
                  <a:cubicBezTo>
                    <a:pt x="1822295" y="260253"/>
                    <a:pt x="1847261" y="246888"/>
                    <a:pt x="1785668" y="267419"/>
                  </a:cubicBezTo>
                  <a:lnTo>
                    <a:pt x="1733909" y="284672"/>
                  </a:lnTo>
                  <a:cubicBezTo>
                    <a:pt x="1725283" y="287547"/>
                    <a:pt x="1717053" y="292170"/>
                    <a:pt x="1708030" y="293298"/>
                  </a:cubicBezTo>
                  <a:cubicBezTo>
                    <a:pt x="1609921" y="305562"/>
                    <a:pt x="1661752" y="297378"/>
                    <a:pt x="1552755" y="319178"/>
                  </a:cubicBezTo>
                  <a:cubicBezTo>
                    <a:pt x="1515374" y="316302"/>
                    <a:pt x="1477375" y="317904"/>
                    <a:pt x="1440611" y="310551"/>
                  </a:cubicBezTo>
                  <a:cubicBezTo>
                    <a:pt x="1419137" y="306256"/>
                    <a:pt x="1401157" y="291112"/>
                    <a:pt x="1380226" y="284672"/>
                  </a:cubicBezTo>
                  <a:cubicBezTo>
                    <a:pt x="1363509" y="279528"/>
                    <a:pt x="1345542" y="279839"/>
                    <a:pt x="1328468" y="276045"/>
                  </a:cubicBezTo>
                  <a:cubicBezTo>
                    <a:pt x="1319592" y="274072"/>
                    <a:pt x="1311215" y="270294"/>
                    <a:pt x="1302589" y="267419"/>
                  </a:cubicBezTo>
                  <a:cubicBezTo>
                    <a:pt x="1251125" y="233110"/>
                    <a:pt x="1300157" y="261607"/>
                    <a:pt x="1207698" y="232913"/>
                  </a:cubicBezTo>
                  <a:cubicBezTo>
                    <a:pt x="1146907" y="214047"/>
                    <a:pt x="1026543" y="172529"/>
                    <a:pt x="1026543" y="172529"/>
                  </a:cubicBezTo>
                  <a:cubicBezTo>
                    <a:pt x="1015041" y="163902"/>
                    <a:pt x="1005092" y="152674"/>
                    <a:pt x="992038" y="146649"/>
                  </a:cubicBezTo>
                  <a:cubicBezTo>
                    <a:pt x="967270" y="135217"/>
                    <a:pt x="914400" y="120770"/>
                    <a:pt x="914400" y="120770"/>
                  </a:cubicBezTo>
                  <a:cubicBezTo>
                    <a:pt x="888521" y="123645"/>
                    <a:pt x="860358" y="118385"/>
                    <a:pt x="836762" y="129396"/>
                  </a:cubicBezTo>
                  <a:cubicBezTo>
                    <a:pt x="814652" y="139714"/>
                    <a:pt x="802257" y="163902"/>
                    <a:pt x="785004" y="181155"/>
                  </a:cubicBezTo>
                  <a:cubicBezTo>
                    <a:pt x="773502" y="192657"/>
                    <a:pt x="766448" y="212471"/>
                    <a:pt x="750498" y="215661"/>
                  </a:cubicBezTo>
                  <a:lnTo>
                    <a:pt x="707366" y="224287"/>
                  </a:lnTo>
                  <a:lnTo>
                    <a:pt x="0" y="215661"/>
                  </a:lnTo>
                </a:path>
              </a:pathLst>
            </a:cu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0" name="textruta 39">
              <a:extLst>
                <a:ext uri="{FF2B5EF4-FFF2-40B4-BE49-F238E27FC236}">
                  <a16:creationId xmlns:a16="http://schemas.microsoft.com/office/drawing/2014/main" id="{551DD3EA-2D7F-5662-1F8A-10026FFDBE9E}"/>
                </a:ext>
              </a:extLst>
            </p:cNvPr>
            <p:cNvSpPr txBox="1"/>
            <p:nvPr/>
          </p:nvSpPr>
          <p:spPr>
            <a:xfrm>
              <a:off x="7625447" y="4704313"/>
              <a:ext cx="606256" cy="338554"/>
            </a:xfrm>
            <a:prstGeom prst="rect">
              <a:avLst/>
            </a:prstGeom>
            <a:noFill/>
            <a:ln>
              <a:solidFill>
                <a:srgbClr val="C00000"/>
              </a:solidFill>
              <a:prstDash val="dash"/>
            </a:ln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sv-SE" sz="800" b="1" dirty="0">
                  <a:solidFill>
                    <a:srgbClr val="C00000"/>
                  </a:solidFill>
                </a:rPr>
                <a:t>Bus Line </a:t>
              </a:r>
            </a:p>
            <a:p>
              <a:pPr algn="ctr"/>
              <a:r>
                <a:rPr lang="sv-SE" sz="800" b="1" dirty="0">
                  <a:solidFill>
                    <a:srgbClr val="C00000"/>
                  </a:solidFill>
                </a:rPr>
                <a:t>Number 6</a:t>
              </a:r>
              <a:endParaRPr lang="en-GB" sz="800" b="1" dirty="0">
                <a:solidFill>
                  <a:srgbClr val="C00000"/>
                </a:solidFill>
              </a:endParaRPr>
            </a:p>
          </p:txBody>
        </p:sp>
        <p:sp>
          <p:nvSpPr>
            <p:cNvPr id="41" name="Rektangel: rundade hörn 40">
              <a:extLst>
                <a:ext uri="{FF2B5EF4-FFF2-40B4-BE49-F238E27FC236}">
                  <a16:creationId xmlns:a16="http://schemas.microsoft.com/office/drawing/2014/main" id="{8578230C-273C-26A5-88F6-B52B5F27B2F5}"/>
                </a:ext>
              </a:extLst>
            </p:cNvPr>
            <p:cNvSpPr/>
            <p:nvPr/>
          </p:nvSpPr>
          <p:spPr>
            <a:xfrm>
              <a:off x="4367843" y="1830551"/>
              <a:ext cx="218900" cy="164463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sv-SE" sz="1400" dirty="0"/>
                <a:t>P</a:t>
              </a:r>
              <a:endParaRPr lang="en-GB" sz="1400" dirty="0"/>
            </a:p>
          </p:txBody>
        </p:sp>
        <p:sp>
          <p:nvSpPr>
            <p:cNvPr id="42" name="Rektangel: rundade hörn 41">
              <a:extLst>
                <a:ext uri="{FF2B5EF4-FFF2-40B4-BE49-F238E27FC236}">
                  <a16:creationId xmlns:a16="http://schemas.microsoft.com/office/drawing/2014/main" id="{B4C0203C-BAC3-435B-1F58-9C96B15854D0}"/>
                </a:ext>
              </a:extLst>
            </p:cNvPr>
            <p:cNvSpPr/>
            <p:nvPr/>
          </p:nvSpPr>
          <p:spPr>
            <a:xfrm>
              <a:off x="5302005" y="4848731"/>
              <a:ext cx="218900" cy="164463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sv-SE" sz="1400" dirty="0"/>
                <a:t>P</a:t>
              </a:r>
              <a:endParaRPr lang="en-GB" sz="1400" dirty="0"/>
            </a:p>
          </p:txBody>
        </p:sp>
        <p:sp>
          <p:nvSpPr>
            <p:cNvPr id="43" name="Rektangel: rundade hörn 42">
              <a:extLst>
                <a:ext uri="{FF2B5EF4-FFF2-40B4-BE49-F238E27FC236}">
                  <a16:creationId xmlns:a16="http://schemas.microsoft.com/office/drawing/2014/main" id="{AB9619F1-5B71-F7F9-7625-1236496D954C}"/>
                </a:ext>
              </a:extLst>
            </p:cNvPr>
            <p:cNvSpPr/>
            <p:nvPr/>
          </p:nvSpPr>
          <p:spPr>
            <a:xfrm>
              <a:off x="1285805" y="4666719"/>
              <a:ext cx="218900" cy="164463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sv-SE" sz="1400" dirty="0"/>
                <a:t>P</a:t>
              </a:r>
              <a:endParaRPr lang="en-GB" sz="1400" dirty="0"/>
            </a:p>
          </p:txBody>
        </p:sp>
        <p:sp>
          <p:nvSpPr>
            <p:cNvPr id="44" name="Rektangel: rundade hörn 43">
              <a:extLst>
                <a:ext uri="{FF2B5EF4-FFF2-40B4-BE49-F238E27FC236}">
                  <a16:creationId xmlns:a16="http://schemas.microsoft.com/office/drawing/2014/main" id="{9F995517-670F-5EC5-BA28-6C9E542BDCCC}"/>
                </a:ext>
              </a:extLst>
            </p:cNvPr>
            <p:cNvSpPr/>
            <p:nvPr/>
          </p:nvSpPr>
          <p:spPr>
            <a:xfrm>
              <a:off x="1731696" y="5345696"/>
              <a:ext cx="218900" cy="164463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sv-SE" sz="1400" dirty="0"/>
                <a:t>P</a:t>
              </a:r>
              <a:endParaRPr lang="en-GB" sz="1400" dirty="0"/>
            </a:p>
          </p:txBody>
        </p:sp>
        <p:pic>
          <p:nvPicPr>
            <p:cNvPr id="3" name="Bildobjekt 2">
              <a:extLst>
                <a:ext uri="{FF2B5EF4-FFF2-40B4-BE49-F238E27FC236}">
                  <a16:creationId xmlns:a16="http://schemas.microsoft.com/office/drawing/2014/main" id="{36FCD78B-9E77-8916-6F30-8E8A879926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91020" y="5413351"/>
              <a:ext cx="1009791" cy="943107"/>
            </a:xfrm>
            <a:prstGeom prst="rect">
              <a:avLst/>
            </a:prstGeom>
          </p:spPr>
        </p:pic>
        <p:pic>
          <p:nvPicPr>
            <p:cNvPr id="10" name="Bildobjekt 9">
              <a:extLst>
                <a:ext uri="{FF2B5EF4-FFF2-40B4-BE49-F238E27FC236}">
                  <a16:creationId xmlns:a16="http://schemas.microsoft.com/office/drawing/2014/main" id="{14EB75FD-3594-330F-7547-CEC24D96931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461485" y="4089931"/>
              <a:ext cx="2619242" cy="2608717"/>
            </a:xfrm>
            <a:prstGeom prst="rect">
              <a:avLst/>
            </a:prstGeom>
          </p:spPr>
        </p:pic>
      </p:grpSp>
      <p:sp>
        <p:nvSpPr>
          <p:cNvPr id="2" name="Ellips 1">
            <a:extLst>
              <a:ext uri="{FF2B5EF4-FFF2-40B4-BE49-F238E27FC236}">
                <a16:creationId xmlns:a16="http://schemas.microsoft.com/office/drawing/2014/main" id="{F781F9DC-E4A3-4666-58E6-D2B770AC5C16}"/>
              </a:ext>
            </a:extLst>
          </p:cNvPr>
          <p:cNvSpPr/>
          <p:nvPr/>
        </p:nvSpPr>
        <p:spPr>
          <a:xfrm>
            <a:off x="7247763" y="3758569"/>
            <a:ext cx="155275" cy="124447"/>
          </a:xfrm>
          <a:prstGeom prst="ellipse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textruta 8">
            <a:extLst>
              <a:ext uri="{FF2B5EF4-FFF2-40B4-BE49-F238E27FC236}">
                <a16:creationId xmlns:a16="http://schemas.microsoft.com/office/drawing/2014/main" id="{EA207300-D6EC-5833-B06C-C2EE610FD24F}"/>
              </a:ext>
            </a:extLst>
          </p:cNvPr>
          <p:cNvSpPr txBox="1"/>
          <p:nvPr/>
        </p:nvSpPr>
        <p:spPr>
          <a:xfrm>
            <a:off x="7137187" y="3625564"/>
            <a:ext cx="410928" cy="133774"/>
          </a:xfrm>
          <a:prstGeom prst="rect">
            <a:avLst/>
          </a:prstGeom>
          <a:solidFill>
            <a:schemeClr val="bg1"/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sv-SE" sz="800" b="1" dirty="0"/>
              <a:t>Bus stop</a:t>
            </a:r>
            <a:endParaRPr lang="en-GB" sz="800" b="1" dirty="0"/>
          </a:p>
        </p:txBody>
      </p:sp>
    </p:spTree>
    <p:extLst>
      <p:ext uri="{BB962C8B-B14F-4D97-AF65-F5344CB8AC3E}">
        <p14:creationId xmlns:p14="http://schemas.microsoft.com/office/powerpoint/2010/main" val="1546721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ruta 5">
            <a:extLst>
              <a:ext uri="{FF2B5EF4-FFF2-40B4-BE49-F238E27FC236}">
                <a16:creationId xmlns:a16="http://schemas.microsoft.com/office/drawing/2014/main" id="{72C912CE-97C2-E1CE-FBDA-7EB3AA2BCFBA}"/>
              </a:ext>
            </a:extLst>
          </p:cNvPr>
          <p:cNvSpPr txBox="1"/>
          <p:nvPr/>
        </p:nvSpPr>
        <p:spPr>
          <a:xfrm>
            <a:off x="1535499" y="59783"/>
            <a:ext cx="5868914" cy="461665"/>
          </a:xfrm>
          <a:prstGeom prst="rect">
            <a:avLst/>
          </a:prstGeom>
          <a:solidFill>
            <a:schemeClr val="bg1"/>
          </a:solidFill>
          <a:ln>
            <a:solidFill>
              <a:srgbClr val="0000CC"/>
            </a:solidFill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sv-SE" sz="2400" dirty="0">
                <a:latin typeface="FM Sans Stencil" pitchFamily="2" charset="0"/>
                <a:cs typeface="Arial" panose="020B0604020202020204" pitchFamily="34" charset="0"/>
              </a:rPr>
              <a:t>ROAD Overwiew for Friday 21st august</a:t>
            </a:r>
            <a:endParaRPr lang="en-GB" sz="2400" dirty="0">
              <a:solidFill>
                <a:srgbClr val="0000CC"/>
              </a:solidFill>
              <a:latin typeface="FM Sans Stencil" pitchFamily="2" charset="0"/>
              <a:cs typeface="Arial" panose="020B0604020202020204" pitchFamily="34" charset="0"/>
            </a:endParaRPr>
          </a:p>
        </p:txBody>
      </p:sp>
      <p:grpSp>
        <p:nvGrpSpPr>
          <p:cNvPr id="25" name="Grupp 24">
            <a:extLst>
              <a:ext uri="{FF2B5EF4-FFF2-40B4-BE49-F238E27FC236}">
                <a16:creationId xmlns:a16="http://schemas.microsoft.com/office/drawing/2014/main" id="{58490218-7702-CC5C-7986-D4234CCA4400}"/>
              </a:ext>
            </a:extLst>
          </p:cNvPr>
          <p:cNvGrpSpPr/>
          <p:nvPr/>
        </p:nvGrpSpPr>
        <p:grpSpPr>
          <a:xfrm>
            <a:off x="327802" y="123743"/>
            <a:ext cx="10377974" cy="6578982"/>
            <a:chOff x="327802" y="123743"/>
            <a:chExt cx="10377974" cy="6635077"/>
          </a:xfrm>
        </p:grpSpPr>
        <p:pic>
          <p:nvPicPr>
            <p:cNvPr id="3" name="Bildobjekt 2">
              <a:extLst>
                <a:ext uri="{FF2B5EF4-FFF2-40B4-BE49-F238E27FC236}">
                  <a16:creationId xmlns:a16="http://schemas.microsoft.com/office/drawing/2014/main" id="{FEBD6DD0-D414-1FCD-7CBA-19F27CBB86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00995" y="526212"/>
              <a:ext cx="9031857" cy="6232608"/>
            </a:xfrm>
            <a:prstGeom prst="rect">
              <a:avLst/>
            </a:prstGeom>
          </p:spPr>
        </p:pic>
        <p:sp>
          <p:nvSpPr>
            <p:cNvPr id="4" name="textruta 3">
              <a:extLst>
                <a:ext uri="{FF2B5EF4-FFF2-40B4-BE49-F238E27FC236}">
                  <a16:creationId xmlns:a16="http://schemas.microsoft.com/office/drawing/2014/main" id="{E895EF0E-BB2B-FCA4-5AC1-6AB4288BA4D1}"/>
                </a:ext>
              </a:extLst>
            </p:cNvPr>
            <p:cNvSpPr txBox="1"/>
            <p:nvPr/>
          </p:nvSpPr>
          <p:spPr>
            <a:xfrm>
              <a:off x="6044244" y="3754222"/>
              <a:ext cx="782848" cy="30523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none" rtlCol="0" anchor="ctr">
              <a:spAutoFit/>
            </a:bodyPr>
            <a:lstStyle/>
            <a:p>
              <a:r>
                <a:rPr lang="sv-SE" sz="1000" b="1" dirty="0"/>
                <a:t>Parking Area</a:t>
              </a:r>
            </a:p>
            <a:p>
              <a:pPr algn="ctr"/>
              <a:r>
                <a:rPr lang="sv-SE" sz="800" dirty="0"/>
                <a:t>(</a:t>
              </a:r>
              <a:r>
                <a:rPr lang="sv-SE" sz="800" b="1" i="1" dirty="0"/>
                <a:t>farmers field</a:t>
              </a:r>
              <a:r>
                <a:rPr lang="sv-SE" sz="800" dirty="0"/>
                <a:t>)</a:t>
              </a:r>
              <a:endParaRPr lang="en-GB" sz="800" dirty="0"/>
            </a:p>
          </p:txBody>
        </p:sp>
        <p:sp>
          <p:nvSpPr>
            <p:cNvPr id="5" name="Ellips 4">
              <a:extLst>
                <a:ext uri="{FF2B5EF4-FFF2-40B4-BE49-F238E27FC236}">
                  <a16:creationId xmlns:a16="http://schemas.microsoft.com/office/drawing/2014/main" id="{7333B1A3-1E37-C22E-2083-8FAB462A17A9}"/>
                </a:ext>
              </a:extLst>
            </p:cNvPr>
            <p:cNvSpPr/>
            <p:nvPr/>
          </p:nvSpPr>
          <p:spPr>
            <a:xfrm rot="1590792">
              <a:off x="6857947" y="3817670"/>
              <a:ext cx="177068" cy="19197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" name="Ellips 6">
              <a:extLst>
                <a:ext uri="{FF2B5EF4-FFF2-40B4-BE49-F238E27FC236}">
                  <a16:creationId xmlns:a16="http://schemas.microsoft.com/office/drawing/2014/main" id="{C44CF614-EBEC-8A32-A509-684038DD18F6}"/>
                </a:ext>
              </a:extLst>
            </p:cNvPr>
            <p:cNvSpPr/>
            <p:nvPr/>
          </p:nvSpPr>
          <p:spPr>
            <a:xfrm>
              <a:off x="7677512" y="123743"/>
              <a:ext cx="1216324" cy="46166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sv-SE" sz="1100" b="1" dirty="0">
                  <a:solidFill>
                    <a:schemeClr val="tx1"/>
                  </a:solidFill>
                  <a:latin typeface="Arial Narrow" panose="020B0606020202030204" pitchFamily="34" charset="0"/>
                </a:rPr>
                <a:t>TIFT</a:t>
              </a:r>
            </a:p>
            <a:p>
              <a:pPr algn="ctr"/>
              <a:r>
                <a:rPr lang="sv-SE" sz="1050" b="1" dirty="0">
                  <a:solidFill>
                    <a:schemeClr val="tx1"/>
                  </a:solidFill>
                  <a:latin typeface="Arial Narrow" panose="020B0606020202030204" pitchFamily="34" charset="0"/>
                </a:rPr>
                <a:t>Number 111</a:t>
              </a:r>
              <a:endParaRPr lang="en-GB" sz="1050" b="1" dirty="0">
                <a:solidFill>
                  <a:schemeClr val="tx1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9" name="Pil: böjd 8">
              <a:extLst>
                <a:ext uri="{FF2B5EF4-FFF2-40B4-BE49-F238E27FC236}">
                  <a16:creationId xmlns:a16="http://schemas.microsoft.com/office/drawing/2014/main" id="{E762B41F-0DD5-ECDD-529A-7E90F3333142}"/>
                </a:ext>
              </a:extLst>
            </p:cNvPr>
            <p:cNvSpPr/>
            <p:nvPr/>
          </p:nvSpPr>
          <p:spPr>
            <a:xfrm>
              <a:off x="2104833" y="6167341"/>
              <a:ext cx="172528" cy="241539"/>
            </a:xfrm>
            <a:prstGeom prst="bentArrow">
              <a:avLst/>
            </a:prstGeom>
            <a:solidFill>
              <a:srgbClr val="FF000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0" name="Pil: böjd 9">
              <a:extLst>
                <a:ext uri="{FF2B5EF4-FFF2-40B4-BE49-F238E27FC236}">
                  <a16:creationId xmlns:a16="http://schemas.microsoft.com/office/drawing/2014/main" id="{74AC60EA-6BFC-EFFF-B1B3-6D54FA2A213C}"/>
                </a:ext>
              </a:extLst>
            </p:cNvPr>
            <p:cNvSpPr/>
            <p:nvPr/>
          </p:nvSpPr>
          <p:spPr>
            <a:xfrm rot="5400000" flipH="1">
              <a:off x="1831315" y="6163220"/>
              <a:ext cx="158861" cy="698738"/>
            </a:xfrm>
            <a:prstGeom prst="bentArrow">
              <a:avLst/>
            </a:prstGeom>
            <a:solidFill>
              <a:srgbClr val="FF000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1" name="Pil: höger 10">
              <a:extLst>
                <a:ext uri="{FF2B5EF4-FFF2-40B4-BE49-F238E27FC236}">
                  <a16:creationId xmlns:a16="http://schemas.microsoft.com/office/drawing/2014/main" id="{9906ACEC-C408-61B4-496A-46AC00140C4D}"/>
                </a:ext>
              </a:extLst>
            </p:cNvPr>
            <p:cNvSpPr/>
            <p:nvPr/>
          </p:nvSpPr>
          <p:spPr>
            <a:xfrm rot="20068250">
              <a:off x="2900106" y="5188283"/>
              <a:ext cx="4011481" cy="99642"/>
            </a:xfrm>
            <a:prstGeom prst="rightArrow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il: höger 12">
              <a:extLst>
                <a:ext uri="{FF2B5EF4-FFF2-40B4-BE49-F238E27FC236}">
                  <a16:creationId xmlns:a16="http://schemas.microsoft.com/office/drawing/2014/main" id="{2E4D5934-C15A-BCD2-4CBF-8EF39CF28F0D}"/>
                </a:ext>
              </a:extLst>
            </p:cNvPr>
            <p:cNvSpPr/>
            <p:nvPr/>
          </p:nvSpPr>
          <p:spPr>
            <a:xfrm>
              <a:off x="327802" y="6387505"/>
              <a:ext cx="1173193" cy="284672"/>
            </a:xfrm>
            <a:prstGeom prst="rightArrow">
              <a:avLst/>
            </a:prstGeom>
            <a:solidFill>
              <a:srgbClr val="FF000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sv-SE" sz="1000" b="1" dirty="0"/>
                <a:t>From MANTORP</a:t>
              </a:r>
            </a:p>
          </p:txBody>
        </p:sp>
        <p:sp>
          <p:nvSpPr>
            <p:cNvPr id="2" name="Pil: böjd 1">
              <a:extLst>
                <a:ext uri="{FF2B5EF4-FFF2-40B4-BE49-F238E27FC236}">
                  <a16:creationId xmlns:a16="http://schemas.microsoft.com/office/drawing/2014/main" id="{1A7FD732-39DC-0491-7572-A192CB5D2722}"/>
                </a:ext>
              </a:extLst>
            </p:cNvPr>
            <p:cNvSpPr/>
            <p:nvPr/>
          </p:nvSpPr>
          <p:spPr>
            <a:xfrm rot="16200000">
              <a:off x="2517914" y="6172200"/>
              <a:ext cx="183139" cy="698738"/>
            </a:xfrm>
            <a:prstGeom prst="bentArrow">
              <a:avLst/>
            </a:prstGeom>
            <a:solidFill>
              <a:srgbClr val="FF000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8" name="Pil: höger 7">
              <a:extLst>
                <a:ext uri="{FF2B5EF4-FFF2-40B4-BE49-F238E27FC236}">
                  <a16:creationId xmlns:a16="http://schemas.microsoft.com/office/drawing/2014/main" id="{DFC9904A-D262-A963-5DE0-49CDD81301E9}"/>
                </a:ext>
              </a:extLst>
            </p:cNvPr>
            <p:cNvSpPr/>
            <p:nvPr/>
          </p:nvSpPr>
          <p:spPr>
            <a:xfrm rot="8524200" flipV="1">
              <a:off x="6585924" y="5049750"/>
              <a:ext cx="4119852" cy="207295"/>
            </a:xfrm>
            <a:prstGeom prst="rightArrow">
              <a:avLst/>
            </a:prstGeom>
            <a:solidFill>
              <a:srgbClr val="FF000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sv-SE" sz="900" b="1" dirty="0"/>
                <a:t>From LINKÖPING</a:t>
              </a:r>
            </a:p>
          </p:txBody>
        </p:sp>
        <p:sp>
          <p:nvSpPr>
            <p:cNvPr id="16" name="textruta 15">
              <a:extLst>
                <a:ext uri="{FF2B5EF4-FFF2-40B4-BE49-F238E27FC236}">
                  <a16:creationId xmlns:a16="http://schemas.microsoft.com/office/drawing/2014/main" id="{998FEA7E-BF21-B8BF-7D4D-6AA5A127F293}"/>
                </a:ext>
              </a:extLst>
            </p:cNvPr>
            <p:cNvSpPr txBox="1"/>
            <p:nvPr/>
          </p:nvSpPr>
          <p:spPr>
            <a:xfrm rot="5400000">
              <a:off x="5949165" y="5415043"/>
              <a:ext cx="29367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100" b="1" dirty="0">
                  <a:latin typeface="Arial Black" panose="020B0A04020102020204" pitchFamily="34" charset="0"/>
                </a:rPr>
                <a:t>X</a:t>
              </a:r>
              <a:endParaRPr lang="en-GB" sz="1100" b="1" dirty="0">
                <a:latin typeface="Arial Black" panose="020B0A04020102020204" pitchFamily="34" charset="0"/>
              </a:endParaRPr>
            </a:p>
          </p:txBody>
        </p:sp>
        <p:sp>
          <p:nvSpPr>
            <p:cNvPr id="19" name="textruta 18">
              <a:extLst>
                <a:ext uri="{FF2B5EF4-FFF2-40B4-BE49-F238E27FC236}">
                  <a16:creationId xmlns:a16="http://schemas.microsoft.com/office/drawing/2014/main" id="{080BED33-FF33-D2A6-87AD-3F9F0C391C55}"/>
                </a:ext>
              </a:extLst>
            </p:cNvPr>
            <p:cNvSpPr txBox="1"/>
            <p:nvPr/>
          </p:nvSpPr>
          <p:spPr>
            <a:xfrm rot="5400000">
              <a:off x="6105678" y="5842075"/>
              <a:ext cx="29367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100" b="1" dirty="0">
                  <a:latin typeface="Arial Black" panose="020B0A04020102020204" pitchFamily="34" charset="0"/>
                </a:rPr>
                <a:t>X</a:t>
              </a:r>
              <a:endParaRPr lang="en-GB" sz="1100" b="1" dirty="0">
                <a:latin typeface="Arial Black" panose="020B0A04020102020204" pitchFamily="34" charset="0"/>
              </a:endParaRPr>
            </a:p>
          </p:txBody>
        </p:sp>
        <p:sp>
          <p:nvSpPr>
            <p:cNvPr id="20" name="textruta 19">
              <a:extLst>
                <a:ext uri="{FF2B5EF4-FFF2-40B4-BE49-F238E27FC236}">
                  <a16:creationId xmlns:a16="http://schemas.microsoft.com/office/drawing/2014/main" id="{7FB78B5D-7F0D-0FF5-B3DB-1E0AB1BD8F1C}"/>
                </a:ext>
              </a:extLst>
            </p:cNvPr>
            <p:cNvSpPr txBox="1"/>
            <p:nvPr/>
          </p:nvSpPr>
          <p:spPr>
            <a:xfrm rot="5400000">
              <a:off x="6006429" y="5169232"/>
              <a:ext cx="29367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100" b="1" dirty="0">
                  <a:latin typeface="Arial Black" panose="020B0A04020102020204" pitchFamily="34" charset="0"/>
                </a:rPr>
                <a:t>X</a:t>
              </a:r>
              <a:endParaRPr lang="en-GB" sz="1100" b="1" dirty="0">
                <a:latin typeface="Arial Black" panose="020B0A04020102020204" pitchFamily="34" charset="0"/>
              </a:endParaRPr>
            </a:p>
          </p:txBody>
        </p:sp>
        <p:sp>
          <p:nvSpPr>
            <p:cNvPr id="21" name="textruta 20">
              <a:extLst>
                <a:ext uri="{FF2B5EF4-FFF2-40B4-BE49-F238E27FC236}">
                  <a16:creationId xmlns:a16="http://schemas.microsoft.com/office/drawing/2014/main" id="{3F60F1CE-C6E1-25CB-719A-8AAEAD8DDFD3}"/>
                </a:ext>
              </a:extLst>
            </p:cNvPr>
            <p:cNvSpPr txBox="1"/>
            <p:nvPr/>
          </p:nvSpPr>
          <p:spPr>
            <a:xfrm rot="5400000">
              <a:off x="6079970" y="4899955"/>
              <a:ext cx="29367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100" b="1" dirty="0">
                  <a:latin typeface="Arial Black" panose="020B0A04020102020204" pitchFamily="34" charset="0"/>
                </a:rPr>
                <a:t>X</a:t>
              </a:r>
              <a:endParaRPr lang="en-GB" sz="1100" b="1" dirty="0">
                <a:latin typeface="Arial Black" panose="020B0A04020102020204" pitchFamily="34" charset="0"/>
              </a:endParaRPr>
            </a:p>
          </p:txBody>
        </p:sp>
        <p:sp>
          <p:nvSpPr>
            <p:cNvPr id="22" name="textruta 21">
              <a:extLst>
                <a:ext uri="{FF2B5EF4-FFF2-40B4-BE49-F238E27FC236}">
                  <a16:creationId xmlns:a16="http://schemas.microsoft.com/office/drawing/2014/main" id="{4B6D4013-CF82-A15C-0615-D7FE455B4829}"/>
                </a:ext>
              </a:extLst>
            </p:cNvPr>
            <p:cNvSpPr txBox="1"/>
            <p:nvPr/>
          </p:nvSpPr>
          <p:spPr>
            <a:xfrm rot="5400000">
              <a:off x="6188122" y="6349987"/>
              <a:ext cx="29367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100" b="1" dirty="0">
                  <a:latin typeface="Arial Black" panose="020B0A04020102020204" pitchFamily="34" charset="0"/>
                </a:rPr>
                <a:t>X</a:t>
              </a:r>
              <a:endParaRPr lang="en-GB" sz="1100" b="1" dirty="0">
                <a:latin typeface="Arial Black" panose="020B0A04020102020204" pitchFamily="34" charset="0"/>
              </a:endParaRPr>
            </a:p>
          </p:txBody>
        </p:sp>
        <p:sp>
          <p:nvSpPr>
            <p:cNvPr id="23" name="textruta 22">
              <a:extLst>
                <a:ext uri="{FF2B5EF4-FFF2-40B4-BE49-F238E27FC236}">
                  <a16:creationId xmlns:a16="http://schemas.microsoft.com/office/drawing/2014/main" id="{510CD421-F266-A46B-1749-2721B6D610FC}"/>
                </a:ext>
              </a:extLst>
            </p:cNvPr>
            <p:cNvSpPr txBox="1"/>
            <p:nvPr/>
          </p:nvSpPr>
          <p:spPr>
            <a:xfrm rot="5400000">
              <a:off x="6163112" y="6105904"/>
              <a:ext cx="29367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100" b="1" dirty="0">
                  <a:latin typeface="Arial Black" panose="020B0A04020102020204" pitchFamily="34" charset="0"/>
                </a:rPr>
                <a:t>X</a:t>
              </a:r>
              <a:endParaRPr lang="en-GB" sz="1100" b="1" dirty="0">
                <a:latin typeface="Arial Black" panose="020B0A04020102020204" pitchFamily="34" charset="0"/>
              </a:endParaRPr>
            </a:p>
          </p:txBody>
        </p:sp>
        <p:sp>
          <p:nvSpPr>
            <p:cNvPr id="24" name="textruta 23">
              <a:extLst>
                <a:ext uri="{FF2B5EF4-FFF2-40B4-BE49-F238E27FC236}">
                  <a16:creationId xmlns:a16="http://schemas.microsoft.com/office/drawing/2014/main" id="{259F7F65-8D0C-1AAE-1BE3-85B6F471410E}"/>
                </a:ext>
              </a:extLst>
            </p:cNvPr>
            <p:cNvSpPr txBox="1"/>
            <p:nvPr/>
          </p:nvSpPr>
          <p:spPr>
            <a:xfrm rot="5400000">
              <a:off x="6095892" y="5603182"/>
              <a:ext cx="29367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100" b="1" dirty="0">
                  <a:latin typeface="Arial Black" panose="020B0A04020102020204" pitchFamily="34" charset="0"/>
                </a:rPr>
                <a:t>X</a:t>
              </a:r>
              <a:endParaRPr lang="en-GB" sz="1100" b="1" dirty="0">
                <a:latin typeface="Arial Black" panose="020B0A04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22871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titus xmlns="http://schemas.titus.com/TitusProperties/">
  <TitusGUID xmlns="">1c0cc4f3-4bee-4763-9708-17af0d792e3b</TitusGUID>
  <TitusMetadata xmlns="">eyJucyI6Imh0dHA6XC9cL3d3dy50aXR1cy5jb21cL25zXC9Td2VkaXNoQXJtZWRGb3JjZXMiLCJwcm9wcyI6W3sibiI6IktsYXNzaWZpY2VyaW5nIiwidmFscyI6W3sidmFsdWUiOiJFUyJ9XX0seyJuIjoiUGFyYWdyYWZlciIsInZhbHMiOltdfSx7Im4iOiJDb250YWluc05hdG9JbmZvcm1hdGlvbiIsInZhbHMiOltdfSx7Im4iOiJOYXRvUmVsZWFzYWJsZSIsInZhbHMiOltdfSx7Im4iOiJSZWxlYXNhYmlsaXR5IiwidmFscyI6W119XX0=</TitusMetadata>
</titus>
</file>

<file path=customXml/itemProps1.xml><?xml version="1.0" encoding="utf-8"?>
<ds:datastoreItem xmlns:ds="http://schemas.openxmlformats.org/officeDocument/2006/customXml" ds:itemID="{291262CC-AC94-473F-9D28-1B3BBE2A7840}">
  <ds:schemaRefs>
    <ds:schemaRef ds:uri="http://schemas.titus.com/TitusProperties/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458</TotalTime>
  <Words>223</Words>
  <Application>Microsoft Office PowerPoint</Application>
  <PresentationFormat>Bredbild</PresentationFormat>
  <Paragraphs>53</Paragraphs>
  <Slides>2</Slides>
  <Notes>1</Notes>
  <HiddenSlides>0</HiddenSlides>
  <MMClips>0</MMClips>
  <ScaleCrop>false</ScaleCrop>
  <HeadingPairs>
    <vt:vector size="6" baseType="variant">
      <vt:variant>
        <vt:lpstr>Använt teckensnitt</vt:lpstr>
      </vt:variant>
      <vt:variant>
        <vt:i4>6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Arial Black</vt:lpstr>
      <vt:lpstr>Arial Narrow</vt:lpstr>
      <vt:lpstr>FM Sans Stencil</vt:lpstr>
      <vt:lpstr>Office-tema</vt:lpstr>
      <vt:lpstr>PowerPoint-presentation</vt:lpstr>
      <vt:lpstr>PowerPoint-presentation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Hagsköld, Peter</dc:creator>
  <cp:lastModifiedBy>Hagsköld, Peter</cp:lastModifiedBy>
  <cp:revision>10</cp:revision>
  <dcterms:created xsi:type="dcterms:W3CDTF">2026-03-19T08:55:50Z</dcterms:created>
  <dcterms:modified xsi:type="dcterms:W3CDTF">2026-06-11T12:52:51Z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1c0cc4f3-4bee-4763-9708-17af0d792e3b</vt:lpwstr>
  </property>
  <property fmtid="{D5CDD505-2E9C-101B-9397-08002B2CF9AE}" pid="3" name="FörsvarsmaktenKlassificering">
    <vt:lpwstr>ES</vt:lpwstr>
  </property>
  <property fmtid="{D5CDD505-2E9C-101B-9397-08002B2CF9AE}" pid="4" name="FörsvarsmaktenSEKRETESSKLASSIFICERAD">
    <vt:lpwstr/>
  </property>
  <property fmtid="{D5CDD505-2E9C-101B-9397-08002B2CF9AE}" pid="5" name="Klassificering">
    <vt:lpwstr>ES</vt:lpwstr>
  </property>
</Properties>
</file>